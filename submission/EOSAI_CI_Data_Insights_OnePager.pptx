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3.xml" ContentType="application/vnd.openxmlformats-officedocument.them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4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heme/theme5.xml" ContentType="application/vnd.openxmlformats-officedocument.theme+xml"/>
  <Override PartName="/ppt/tags/tag53.xml" ContentType="application/vnd.openxmlformats-officedocument.presentationml.tag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33" r:id="rId4"/>
    <p:sldMasterId id="2147483761" r:id="rId5"/>
    <p:sldMasterId id="2147483892" r:id="rId6"/>
    <p:sldMasterId id="2147483918" r:id="rId7"/>
  </p:sldMasterIdLst>
  <p:notesMasterIdLst>
    <p:notesMasterId r:id="rId9"/>
  </p:notesMasterIdLst>
  <p:sldIdLst>
    <p:sldId id="259" r:id="rId8"/>
  </p:sldIdLst>
  <p:sldSz cx="12192000" cy="6858000"/>
  <p:notesSz cx="6858000" cy="9144000"/>
  <p:embeddedFontLst>
    <p:embeddedFont>
      <p:font typeface="Gill Sans Nova Light" panose="020B0302020104020203" pitchFamily="34" charset="0"/>
      <p:regular r:id="rId10"/>
      <p:italic r:id="rId11"/>
    </p:embeddedFont>
    <p:embeddedFont>
      <p:font typeface="Ogg" panose="02090504080706030203" pitchFamily="18" charset="0"/>
      <p:regular r:id="rId12"/>
    </p:embeddedFont>
    <p:embeddedFont>
      <p:font typeface="Zurich Sans" panose="02000500000000000000" pitchFamily="2" charset="0"/>
      <p:regular r:id="rId13"/>
      <p:bold r:id="rId14"/>
      <p:italic r:id="rId15"/>
      <p:boldItalic r:id="rId16"/>
    </p:embeddedFont>
    <p:embeddedFont>
      <p:font typeface="Zurich Sans Light" panose="02000000000000000000" pitchFamily="2" charset="0"/>
      <p:regular r:id="rId17"/>
      <p:italic r:id="rId18"/>
    </p:embeddedFont>
    <p:embeddedFont>
      <p:font typeface="Zurich Sans Medium" panose="02000600000000000000" pitchFamily="2" charset="0"/>
      <p:regular r:id="rId19"/>
      <p:italic r:id="rId20"/>
    </p:embeddedFont>
  </p:embeddedFontLst>
  <p:custDataLst>
    <p:tags r:id="rId21"/>
  </p:custDataLst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FC4DDC0-3BA2-4380-9456-85FEEF181775}">
          <p14:sldIdLst>
            <p14:sldId id="259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0F94818-F88F-736F-23F7-F6DC54F0D3C4}" name="Antony Elliott" initials="AE" userId="S::antony.elliott@zurich.com::1b7e3cba-a483-4b1a-a546-2e32fe1753c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745B"/>
    <a:srgbClr val="2167AE"/>
    <a:srgbClr val="91BFE3"/>
    <a:srgbClr val="EEF0F1"/>
    <a:srgbClr val="FBF179"/>
    <a:srgbClr val="DBF6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128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Master" Target="slideMasters/slideMaster4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cia Sanchez Lorente" userId="644ee53a-6b9a-40e3-85c8-6793a2de479c" providerId="ADAL" clId="{E80D8E58-CCD0-4209-9F3C-637CB254A5F1}"/>
    <pc:docChg chg="mod modMainMaster">
      <pc:chgData name="Alicia Sanchez Lorente" userId="644ee53a-6b9a-40e3-85c8-6793a2de479c" providerId="ADAL" clId="{E80D8E58-CCD0-4209-9F3C-637CB254A5F1}" dt="2026-06-24T14:14:20.285" v="1" actId="33475"/>
      <pc:docMkLst>
        <pc:docMk/>
      </pc:docMkLst>
      <pc:sldMasterChg chg="modSp mod">
        <pc:chgData name="Alicia Sanchez Lorente" userId="644ee53a-6b9a-40e3-85c8-6793a2de479c" providerId="ADAL" clId="{E80D8E58-CCD0-4209-9F3C-637CB254A5F1}" dt="2026-06-24T14:14:20.277" v="0" actId="33475"/>
        <pc:sldMasterMkLst>
          <pc:docMk/>
          <pc:sldMasterMk cId="2026237039" sldId="2147483733"/>
        </pc:sldMasterMkLst>
        <pc:spChg chg="add mod">
          <ac:chgData name="Alicia Sanchez Lorente" userId="644ee53a-6b9a-40e3-85c8-6793a2de479c" providerId="ADAL" clId="{E80D8E58-CCD0-4209-9F3C-637CB254A5F1}" dt="2026-06-24T14:14:20.277" v="0" actId="33475"/>
          <ac:spMkLst>
            <pc:docMk/>
            <pc:sldMasterMk cId="2026237039" sldId="2147483733"/>
            <ac:spMk id="5" creationId="{270E6170-7BD0-DC4A-743E-12F6C92ACDBA}"/>
          </ac:spMkLst>
        </pc:spChg>
      </pc:sldMasterChg>
      <pc:sldMasterChg chg="modSp mod">
        <pc:chgData name="Alicia Sanchez Lorente" userId="644ee53a-6b9a-40e3-85c8-6793a2de479c" providerId="ADAL" clId="{E80D8E58-CCD0-4209-9F3C-637CB254A5F1}" dt="2026-06-24T14:14:20.277" v="0" actId="33475"/>
        <pc:sldMasterMkLst>
          <pc:docMk/>
          <pc:sldMasterMk cId="3334593171" sldId="2147483761"/>
        </pc:sldMasterMkLst>
        <pc:spChg chg="add mod">
          <ac:chgData name="Alicia Sanchez Lorente" userId="644ee53a-6b9a-40e3-85c8-6793a2de479c" providerId="ADAL" clId="{E80D8E58-CCD0-4209-9F3C-637CB254A5F1}" dt="2026-06-24T14:14:20.277" v="0" actId="33475"/>
          <ac:spMkLst>
            <pc:docMk/>
            <pc:sldMasterMk cId="3334593171" sldId="2147483761"/>
            <ac:spMk id="7" creationId="{A6FC139D-1D08-081E-7943-021CA77AA250}"/>
          </ac:spMkLst>
        </pc:spChg>
      </pc:sldMasterChg>
      <pc:sldMasterChg chg="modSp mod">
        <pc:chgData name="Alicia Sanchez Lorente" userId="644ee53a-6b9a-40e3-85c8-6793a2de479c" providerId="ADAL" clId="{E80D8E58-CCD0-4209-9F3C-637CB254A5F1}" dt="2026-06-24T14:14:20.277" v="0" actId="33475"/>
        <pc:sldMasterMkLst>
          <pc:docMk/>
          <pc:sldMasterMk cId="3443624232" sldId="2147483892"/>
        </pc:sldMasterMkLst>
        <pc:spChg chg="add mod">
          <ac:chgData name="Alicia Sanchez Lorente" userId="644ee53a-6b9a-40e3-85c8-6793a2de479c" providerId="ADAL" clId="{E80D8E58-CCD0-4209-9F3C-637CB254A5F1}" dt="2026-06-24T14:14:20.277" v="0" actId="33475"/>
          <ac:spMkLst>
            <pc:docMk/>
            <pc:sldMasterMk cId="3443624232" sldId="2147483892"/>
            <ac:spMk id="5" creationId="{734FBF57-A2D1-DDC1-5FE0-6A451C0AD1DD}"/>
          </ac:spMkLst>
        </pc:spChg>
      </pc:sldMasterChg>
      <pc:sldMasterChg chg="modSp mod">
        <pc:chgData name="Alicia Sanchez Lorente" userId="644ee53a-6b9a-40e3-85c8-6793a2de479c" providerId="ADAL" clId="{E80D8E58-CCD0-4209-9F3C-637CB254A5F1}" dt="2026-06-24T14:14:20.277" v="0" actId="33475"/>
        <pc:sldMasterMkLst>
          <pc:docMk/>
          <pc:sldMasterMk cId="3053114786" sldId="2147483918"/>
        </pc:sldMasterMkLst>
        <pc:spChg chg="add mod">
          <ac:chgData name="Alicia Sanchez Lorente" userId="644ee53a-6b9a-40e3-85c8-6793a2de479c" providerId="ADAL" clId="{E80D8E58-CCD0-4209-9F3C-637CB254A5F1}" dt="2026-06-24T14:14:20.277" v="0" actId="33475"/>
          <ac:spMkLst>
            <pc:docMk/>
            <pc:sldMasterMk cId="3053114786" sldId="2147483918"/>
            <ac:spMk id="10" creationId="{FAFE573D-B012-BB8B-7D71-3CCD7F54292D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65BEB8-91CC-477F-81CD-BDE1761E9B6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BB2073-194C-43EF-87E1-F12784423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11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5" Type="http://schemas.openxmlformats.org/officeDocument/2006/relationships/image" Target="../media/image6.svg"/><Relationship Id="rId4" Type="http://schemas.openxmlformats.org/officeDocument/2006/relationships/image" Target="../media/image5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5" Type="http://schemas.openxmlformats.org/officeDocument/2006/relationships/image" Target="../media/image4.svg"/><Relationship Id="rId4" Type="http://schemas.openxmlformats.org/officeDocument/2006/relationships/image" Target="../media/image7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5" Type="http://schemas.openxmlformats.org/officeDocument/2006/relationships/image" Target="../media/image4.svg"/><Relationship Id="rId4" Type="http://schemas.openxmlformats.org/officeDocument/2006/relationships/image" Target="../media/image2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5" Type="http://schemas.openxmlformats.org/officeDocument/2006/relationships/image" Target="../media/image4.svg"/><Relationship Id="rId4" Type="http://schemas.openxmlformats.org/officeDocument/2006/relationships/image" Target="../media/image8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5" Type="http://schemas.openxmlformats.org/officeDocument/2006/relationships/image" Target="../media/image4.svg"/><Relationship Id="rId4" Type="http://schemas.openxmlformats.org/officeDocument/2006/relationships/image" Target="../media/image9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Relationship Id="rId5" Type="http://schemas.openxmlformats.org/officeDocument/2006/relationships/image" Target="../media/image4.svg"/><Relationship Id="rId4" Type="http://schemas.openxmlformats.org/officeDocument/2006/relationships/image" Target="../media/image10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.xml"/><Relationship Id="rId5" Type="http://schemas.openxmlformats.org/officeDocument/2006/relationships/image" Target="../media/image4.svg"/><Relationship Id="rId4" Type="http://schemas.openxmlformats.org/officeDocument/2006/relationships/image" Target="../media/image1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Relationship Id="rId5" Type="http://schemas.openxmlformats.org/officeDocument/2006/relationships/image" Target="../media/image4.svg"/><Relationship Id="rId4" Type="http://schemas.openxmlformats.org/officeDocument/2006/relationships/image" Target="../media/image12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.xml"/><Relationship Id="rId5" Type="http://schemas.openxmlformats.org/officeDocument/2006/relationships/image" Target="../media/image4.svg"/><Relationship Id="rId4" Type="http://schemas.openxmlformats.org/officeDocument/2006/relationships/image" Target="../media/image13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.xml"/><Relationship Id="rId5" Type="http://schemas.openxmlformats.org/officeDocument/2006/relationships/image" Target="../media/image4.svg"/><Relationship Id="rId4" Type="http://schemas.openxmlformats.org/officeDocument/2006/relationships/image" Target="../media/image1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.xml"/><Relationship Id="rId5" Type="http://schemas.openxmlformats.org/officeDocument/2006/relationships/image" Target="../media/image4.svg"/><Relationship Id="rId4" Type="http://schemas.openxmlformats.org/officeDocument/2006/relationships/image" Target="../media/image15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Relationship Id="rId5" Type="http://schemas.openxmlformats.org/officeDocument/2006/relationships/image" Target="../media/image4.svg"/><Relationship Id="rId4" Type="http://schemas.openxmlformats.org/officeDocument/2006/relationships/image" Target="../media/image2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Relationship Id="rId4" Type="http://schemas.openxmlformats.org/officeDocument/2006/relationships/image" Target="../media/image16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Relationship Id="rId5" Type="http://schemas.openxmlformats.org/officeDocument/2006/relationships/image" Target="../media/image18.svg"/><Relationship Id="rId4" Type="http://schemas.openxmlformats.org/officeDocument/2006/relationships/image" Target="../media/image17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Relationship Id="rId5" Type="http://schemas.openxmlformats.org/officeDocument/2006/relationships/image" Target="../media/image18.svg"/><Relationship Id="rId4" Type="http://schemas.openxmlformats.org/officeDocument/2006/relationships/image" Target="../media/image19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Relationship Id="rId5" Type="http://schemas.openxmlformats.org/officeDocument/2006/relationships/image" Target="../media/image6.svg"/><Relationship Id="rId4" Type="http://schemas.openxmlformats.org/officeDocument/2006/relationships/image" Target="../media/image20.emf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Relationship Id="rId5" Type="http://schemas.openxmlformats.org/officeDocument/2006/relationships/image" Target="../media/image4.svg"/><Relationship Id="rId4" Type="http://schemas.openxmlformats.org/officeDocument/2006/relationships/image" Target="../media/image2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2.xml"/><Relationship Id="rId5" Type="http://schemas.openxmlformats.org/officeDocument/2006/relationships/image" Target="../media/image4.svg"/><Relationship Id="rId4" Type="http://schemas.openxmlformats.org/officeDocument/2006/relationships/image" Target="../media/image23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3.xml"/><Relationship Id="rId5" Type="http://schemas.openxmlformats.org/officeDocument/2006/relationships/image" Target="../media/image4.svg"/><Relationship Id="rId4" Type="http://schemas.openxmlformats.org/officeDocument/2006/relationships/image" Target="../media/image24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4.x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5.bin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Relationship Id="rId5" Type="http://schemas.openxmlformats.org/officeDocument/2006/relationships/image" Target="../media/image26.svg"/><Relationship Id="rId4" Type="http://schemas.openxmlformats.org/officeDocument/2006/relationships/image" Target="../media/image15.emf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5" Type="http://schemas.openxmlformats.org/officeDocument/2006/relationships/image" Target="../media/image29.emf"/><Relationship Id="rId4" Type="http://schemas.openxmlformats.org/officeDocument/2006/relationships/oleObject" Target="../embeddings/oleObject24.bin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9.xml"/><Relationship Id="rId5" Type="http://schemas.openxmlformats.org/officeDocument/2006/relationships/image" Target="../media/image26.svg"/><Relationship Id="rId4" Type="http://schemas.openxmlformats.org/officeDocument/2006/relationships/image" Target="../media/image15.emf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0.x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5.bin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1.xml"/><Relationship Id="rId5" Type="http://schemas.openxmlformats.org/officeDocument/2006/relationships/image" Target="../media/image33.png"/><Relationship Id="rId4" Type="http://schemas.openxmlformats.org/officeDocument/2006/relationships/image" Target="../media/image32.emf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33.xml"/><Relationship Id="rId5" Type="http://schemas.openxmlformats.org/officeDocument/2006/relationships/image" Target="../media/image6.svg"/><Relationship Id="rId4" Type="http://schemas.openxmlformats.org/officeDocument/2006/relationships/image" Target="../media/image5.emf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34.xml"/><Relationship Id="rId5" Type="http://schemas.openxmlformats.org/officeDocument/2006/relationships/image" Target="../media/image4.svg"/><Relationship Id="rId4" Type="http://schemas.openxmlformats.org/officeDocument/2006/relationships/image" Target="../media/image7.emf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35.xml"/><Relationship Id="rId5" Type="http://schemas.openxmlformats.org/officeDocument/2006/relationships/image" Target="../media/image4.svg"/><Relationship Id="rId4" Type="http://schemas.openxmlformats.org/officeDocument/2006/relationships/image" Target="../media/image2.emf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36.xml"/><Relationship Id="rId5" Type="http://schemas.openxmlformats.org/officeDocument/2006/relationships/image" Target="../media/image4.svg"/><Relationship Id="rId4" Type="http://schemas.openxmlformats.org/officeDocument/2006/relationships/image" Target="../media/image8.emf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37.xml"/><Relationship Id="rId5" Type="http://schemas.openxmlformats.org/officeDocument/2006/relationships/image" Target="../media/image4.svg"/><Relationship Id="rId4" Type="http://schemas.openxmlformats.org/officeDocument/2006/relationships/image" Target="../media/image9.emf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38.xml"/><Relationship Id="rId5" Type="http://schemas.openxmlformats.org/officeDocument/2006/relationships/image" Target="../media/image4.svg"/><Relationship Id="rId4" Type="http://schemas.openxmlformats.org/officeDocument/2006/relationships/image" Target="../media/image10.emf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39.xml"/><Relationship Id="rId5" Type="http://schemas.openxmlformats.org/officeDocument/2006/relationships/image" Target="../media/image4.svg"/><Relationship Id="rId4" Type="http://schemas.openxmlformats.org/officeDocument/2006/relationships/image" Target="../media/image11.emf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0.xml"/><Relationship Id="rId5" Type="http://schemas.openxmlformats.org/officeDocument/2006/relationships/image" Target="../media/image4.svg"/><Relationship Id="rId4" Type="http://schemas.openxmlformats.org/officeDocument/2006/relationships/image" Target="../media/image12.emf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1.xml"/><Relationship Id="rId5" Type="http://schemas.openxmlformats.org/officeDocument/2006/relationships/image" Target="../media/image4.svg"/><Relationship Id="rId4" Type="http://schemas.openxmlformats.org/officeDocument/2006/relationships/image" Target="../media/image13.emf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2.xml"/><Relationship Id="rId5" Type="http://schemas.openxmlformats.org/officeDocument/2006/relationships/image" Target="../media/image4.svg"/><Relationship Id="rId4" Type="http://schemas.openxmlformats.org/officeDocument/2006/relationships/image" Target="../media/image14.emf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3.xml"/><Relationship Id="rId5" Type="http://schemas.openxmlformats.org/officeDocument/2006/relationships/image" Target="../media/image4.svg"/><Relationship Id="rId4" Type="http://schemas.openxmlformats.org/officeDocument/2006/relationships/image" Target="../media/image15.emf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4.xml"/><Relationship Id="rId5" Type="http://schemas.openxmlformats.org/officeDocument/2006/relationships/image" Target="../media/image4.svg"/><Relationship Id="rId4" Type="http://schemas.openxmlformats.org/officeDocument/2006/relationships/image" Target="../media/image2.emf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5.xml"/><Relationship Id="rId4" Type="http://schemas.openxmlformats.org/officeDocument/2006/relationships/image" Target="../media/image16.emf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6.xml"/><Relationship Id="rId5" Type="http://schemas.openxmlformats.org/officeDocument/2006/relationships/image" Target="../media/image18.svg"/><Relationship Id="rId4" Type="http://schemas.openxmlformats.org/officeDocument/2006/relationships/image" Target="../media/image17.emf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7.xml"/><Relationship Id="rId5" Type="http://schemas.openxmlformats.org/officeDocument/2006/relationships/image" Target="../media/image18.svg"/><Relationship Id="rId4" Type="http://schemas.openxmlformats.org/officeDocument/2006/relationships/image" Target="../media/image19.emf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8.xml"/><Relationship Id="rId5" Type="http://schemas.openxmlformats.org/officeDocument/2006/relationships/image" Target="../media/image6.svg"/><Relationship Id="rId4" Type="http://schemas.openxmlformats.org/officeDocument/2006/relationships/image" Target="../media/image20.emf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9.xml"/><Relationship Id="rId5" Type="http://schemas.openxmlformats.org/officeDocument/2006/relationships/image" Target="../media/image4.svg"/><Relationship Id="rId4" Type="http://schemas.openxmlformats.org/officeDocument/2006/relationships/image" Target="../media/image23.emf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0.xml"/><Relationship Id="rId5" Type="http://schemas.openxmlformats.org/officeDocument/2006/relationships/image" Target="../media/image4.svg"/><Relationship Id="rId4" Type="http://schemas.openxmlformats.org/officeDocument/2006/relationships/image" Target="../media/image23.emf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1.x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5.bin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2.xml"/><Relationship Id="rId5" Type="http://schemas.openxmlformats.org/officeDocument/2006/relationships/image" Target="../media/image26.svg"/><Relationship Id="rId4" Type="http://schemas.openxmlformats.org/officeDocument/2006/relationships/image" Target="../media/image15.emf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text box, Safe Space imag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824" y="1206178"/>
            <a:ext cx="5573967" cy="5040145"/>
          </a:xfrm>
        </p:spPr>
        <p:txBody>
          <a:bodyPr lIns="72000" tIns="7200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C29EECA6-DA60-0545-94DA-DA2F8B812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260268"/>
            <a:ext cx="9586415" cy="332399"/>
          </a:xfrm>
        </p:spPr>
        <p:txBody>
          <a:bodyPr>
            <a:spAutoFit/>
          </a:bodyPr>
          <a:lstStyle>
            <a:lvl1pPr>
              <a:defRPr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78EE7002-C39A-5A48-B25E-20539A4FFD23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252658" y="610597"/>
            <a:ext cx="9586415" cy="3323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  <a:lvl2pPr marL="342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noProof="0"/>
          </a:p>
        </p:txBody>
      </p:sp>
      <p:grpSp>
        <p:nvGrpSpPr>
          <p:cNvPr id="19" name="Group 4">
            <a:extLst>
              <a:ext uri="{FF2B5EF4-FFF2-40B4-BE49-F238E27FC236}">
                <a16:creationId xmlns:a16="http://schemas.microsoft.com/office/drawing/2014/main" id="{7F57E830-3329-4063-98C7-AA1FC1445B7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78596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22" name="AutoShape 3">
              <a:extLst>
                <a:ext uri="{FF2B5EF4-FFF2-40B4-BE49-F238E27FC236}">
                  <a16:creationId xmlns:a16="http://schemas.microsoft.com/office/drawing/2014/main" id="{688840B2-0A92-4968-8A8C-8571322121EC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41BDBAC3-497E-41B0-8987-40DE00FB5A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BEE17792-2541-41AB-A3A4-1488AC9142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7FE4A7E9-42E0-43D0-B996-856DC1B075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451758A0-E6AE-4136-8372-7F123E7215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7F1B4E05-1C49-4628-8296-6E4C82BBB0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1E04FE10-677A-40F8-8E43-1902F64A8B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41247AD3-2593-4B15-AE2E-32BD9D2413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572ADC10-CD08-4D6A-B222-9D3819CDFD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398F446D-EC4D-4BFB-87DA-8DE6584F8C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8A849791-6852-4C64-AE72-FB234CCCE27F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6813533" y="1274619"/>
            <a:ext cx="5040000" cy="5040000"/>
          </a:xfrm>
          <a:custGeom>
            <a:avLst/>
            <a:gdLst>
              <a:gd name="connsiteX0" fmla="*/ 991609 w 1983218"/>
              <a:gd name="connsiteY0" fmla="*/ 0 h 1983218"/>
              <a:gd name="connsiteX1" fmla="*/ 1983218 w 1983218"/>
              <a:gd name="connsiteY1" fmla="*/ 991609 h 1983218"/>
              <a:gd name="connsiteX2" fmla="*/ 991679 w 1983218"/>
              <a:gd name="connsiteY2" fmla="*/ 1983218 h 1983218"/>
              <a:gd name="connsiteX3" fmla="*/ 236970 w 1983218"/>
              <a:gd name="connsiteY3" fmla="*/ 1634445 h 1983218"/>
              <a:gd name="connsiteX4" fmla="*/ 303087 w 1983218"/>
              <a:gd name="connsiteY4" fmla="*/ 1615274 h 1983218"/>
              <a:gd name="connsiteX5" fmla="*/ 372492 w 1983218"/>
              <a:gd name="connsiteY5" fmla="*/ 1609677 h 1983218"/>
              <a:gd name="connsiteX6" fmla="*/ 515919 w 1983218"/>
              <a:gd name="connsiteY6" fmla="*/ 1624440 h 1983218"/>
              <a:gd name="connsiteX7" fmla="*/ 637938 w 1983218"/>
              <a:gd name="connsiteY7" fmla="*/ 1637593 h 1983218"/>
              <a:gd name="connsiteX8" fmla="*/ 643955 w 1983218"/>
              <a:gd name="connsiteY8" fmla="*/ 1637523 h 1983218"/>
              <a:gd name="connsiteX9" fmla="*/ 747083 w 1983218"/>
              <a:gd name="connsiteY9" fmla="*/ 1603520 h 1983218"/>
              <a:gd name="connsiteX10" fmla="*/ 816768 w 1983218"/>
              <a:gd name="connsiteY10" fmla="*/ 1511167 h 1983218"/>
              <a:gd name="connsiteX11" fmla="*/ 835448 w 1983218"/>
              <a:gd name="connsiteY11" fmla="*/ 1457994 h 1983218"/>
              <a:gd name="connsiteX12" fmla="*/ 816558 w 1983218"/>
              <a:gd name="connsiteY12" fmla="*/ 1453166 h 1983218"/>
              <a:gd name="connsiteX13" fmla="*/ 810261 w 1983218"/>
              <a:gd name="connsiteY13" fmla="*/ 1465830 h 1983218"/>
              <a:gd name="connsiteX14" fmla="*/ 747083 w 1983218"/>
              <a:gd name="connsiteY14" fmla="*/ 1537893 h 1983218"/>
              <a:gd name="connsiteX15" fmla="*/ 701466 w 1983218"/>
              <a:gd name="connsiteY15" fmla="*/ 1559862 h 1983218"/>
              <a:gd name="connsiteX16" fmla="*/ 627303 w 1983218"/>
              <a:gd name="connsiteY16" fmla="*/ 1568748 h 1983218"/>
              <a:gd name="connsiteX17" fmla="*/ 571192 w 1983218"/>
              <a:gd name="connsiteY17" fmla="*/ 1566789 h 1983218"/>
              <a:gd name="connsiteX18" fmla="*/ 508573 w 1983218"/>
              <a:gd name="connsiteY18" fmla="*/ 1562941 h 1983218"/>
              <a:gd name="connsiteX19" fmla="*/ 443576 w 1983218"/>
              <a:gd name="connsiteY19" fmla="*/ 1560352 h 1983218"/>
              <a:gd name="connsiteX20" fmla="*/ 392922 w 1983218"/>
              <a:gd name="connsiteY20" fmla="*/ 1562871 h 1983218"/>
              <a:gd name="connsiteX21" fmla="*/ 745334 w 1983218"/>
              <a:gd name="connsiteY21" fmla="*/ 1091659 h 1983218"/>
              <a:gd name="connsiteX22" fmla="*/ 301828 w 1983218"/>
              <a:gd name="connsiteY22" fmla="*/ 1091659 h 1983218"/>
              <a:gd name="connsiteX23" fmla="*/ 267125 w 1983218"/>
              <a:gd name="connsiteY23" fmla="*/ 1225291 h 1983218"/>
              <a:gd name="connsiteX24" fmla="*/ 287835 w 1983218"/>
              <a:gd name="connsiteY24" fmla="*/ 1229979 h 1983218"/>
              <a:gd name="connsiteX25" fmla="*/ 293572 w 1983218"/>
              <a:gd name="connsiteY25" fmla="*/ 1218924 h 1983218"/>
              <a:gd name="connsiteX26" fmla="*/ 336950 w 1983218"/>
              <a:gd name="connsiteY26" fmla="*/ 1167361 h 1983218"/>
              <a:gd name="connsiteX27" fmla="*/ 380328 w 1983218"/>
              <a:gd name="connsiteY27" fmla="*/ 1149659 h 1983218"/>
              <a:gd name="connsiteX28" fmla="*/ 485975 w 1983218"/>
              <a:gd name="connsiteY28" fmla="*/ 1141474 h 1983218"/>
              <a:gd name="connsiteX29" fmla="*/ 523755 w 1983218"/>
              <a:gd name="connsiteY29" fmla="*/ 1141544 h 1983218"/>
              <a:gd name="connsiteX30" fmla="*/ 561886 w 1983218"/>
              <a:gd name="connsiteY30" fmla="*/ 1141474 h 1983218"/>
              <a:gd name="connsiteX31" fmla="*/ 210943 w 1983218"/>
              <a:gd name="connsiteY31" fmla="*/ 1602681 h 1983218"/>
              <a:gd name="connsiteX32" fmla="*/ 0 w 1983218"/>
              <a:gd name="connsiteY32" fmla="*/ 991609 h 1983218"/>
              <a:gd name="connsiteX33" fmla="*/ 991609 w 1983218"/>
              <a:gd name="connsiteY33" fmla="*/ 0 h 1983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983218" h="1983218">
                <a:moveTo>
                  <a:pt x="991609" y="0"/>
                </a:moveTo>
                <a:cubicBezTo>
                  <a:pt x="1539293" y="0"/>
                  <a:pt x="1983218" y="443996"/>
                  <a:pt x="1983218" y="991609"/>
                </a:cubicBezTo>
                <a:cubicBezTo>
                  <a:pt x="1983218" y="1539293"/>
                  <a:pt x="1539293" y="1983218"/>
                  <a:pt x="991679" y="1983218"/>
                </a:cubicBezTo>
                <a:cubicBezTo>
                  <a:pt x="689362" y="1983218"/>
                  <a:pt x="418878" y="1847767"/>
                  <a:pt x="236970" y="1634445"/>
                </a:cubicBezTo>
                <a:cubicBezTo>
                  <a:pt x="261668" y="1623390"/>
                  <a:pt x="274122" y="1619822"/>
                  <a:pt x="303087" y="1615274"/>
                </a:cubicBezTo>
                <a:cubicBezTo>
                  <a:pt x="326245" y="1611496"/>
                  <a:pt x="348494" y="1609677"/>
                  <a:pt x="372492" y="1609677"/>
                </a:cubicBezTo>
                <a:cubicBezTo>
                  <a:pt x="408314" y="1609677"/>
                  <a:pt x="444625" y="1613455"/>
                  <a:pt x="515919" y="1624440"/>
                </a:cubicBezTo>
                <a:cubicBezTo>
                  <a:pt x="586024" y="1635144"/>
                  <a:pt x="608693" y="1637593"/>
                  <a:pt x="637938" y="1637593"/>
                </a:cubicBezTo>
                <a:lnTo>
                  <a:pt x="643955" y="1637523"/>
                </a:lnTo>
                <a:cubicBezTo>
                  <a:pt x="683485" y="1636823"/>
                  <a:pt x="716858" y="1625909"/>
                  <a:pt x="747083" y="1603520"/>
                </a:cubicBezTo>
                <a:cubicBezTo>
                  <a:pt x="776468" y="1581831"/>
                  <a:pt x="797807" y="1553425"/>
                  <a:pt x="816768" y="1511167"/>
                </a:cubicBezTo>
                <a:cubicBezTo>
                  <a:pt x="826073" y="1490317"/>
                  <a:pt x="829291" y="1481362"/>
                  <a:pt x="835448" y="1457994"/>
                </a:cubicBezTo>
                <a:lnTo>
                  <a:pt x="816558" y="1453166"/>
                </a:lnTo>
                <a:cubicBezTo>
                  <a:pt x="813969" y="1458763"/>
                  <a:pt x="811660" y="1463031"/>
                  <a:pt x="810261" y="1465830"/>
                </a:cubicBezTo>
                <a:cubicBezTo>
                  <a:pt x="795918" y="1493326"/>
                  <a:pt x="771850" y="1520752"/>
                  <a:pt x="747083" y="1537893"/>
                </a:cubicBezTo>
                <a:cubicBezTo>
                  <a:pt x="732950" y="1547478"/>
                  <a:pt x="717628" y="1554895"/>
                  <a:pt x="701466" y="1559862"/>
                </a:cubicBezTo>
                <a:cubicBezTo>
                  <a:pt x="680546" y="1566229"/>
                  <a:pt x="659557" y="1568748"/>
                  <a:pt x="627303" y="1568748"/>
                </a:cubicBezTo>
                <a:cubicBezTo>
                  <a:pt x="612821" y="1568748"/>
                  <a:pt x="593720" y="1568048"/>
                  <a:pt x="571192" y="1566789"/>
                </a:cubicBezTo>
                <a:lnTo>
                  <a:pt x="508573" y="1562941"/>
                </a:lnTo>
                <a:cubicBezTo>
                  <a:pt x="479608" y="1561262"/>
                  <a:pt x="457849" y="1560352"/>
                  <a:pt x="443576" y="1560352"/>
                </a:cubicBezTo>
                <a:cubicBezTo>
                  <a:pt x="425035" y="1560352"/>
                  <a:pt x="415800" y="1560842"/>
                  <a:pt x="392922" y="1562871"/>
                </a:cubicBezTo>
                <a:lnTo>
                  <a:pt x="745334" y="1091659"/>
                </a:lnTo>
                <a:lnTo>
                  <a:pt x="301828" y="1091659"/>
                </a:lnTo>
                <a:lnTo>
                  <a:pt x="267125" y="1225291"/>
                </a:lnTo>
                <a:lnTo>
                  <a:pt x="287835" y="1229979"/>
                </a:lnTo>
                <a:cubicBezTo>
                  <a:pt x="290283" y="1224871"/>
                  <a:pt x="292242" y="1221303"/>
                  <a:pt x="293572" y="1218924"/>
                </a:cubicBezTo>
                <a:cubicBezTo>
                  <a:pt x="305116" y="1198285"/>
                  <a:pt x="322817" y="1177225"/>
                  <a:pt x="336950" y="1167361"/>
                </a:cubicBezTo>
                <a:cubicBezTo>
                  <a:pt x="348984" y="1158895"/>
                  <a:pt x="363746" y="1152948"/>
                  <a:pt x="380328" y="1149659"/>
                </a:cubicBezTo>
                <a:cubicBezTo>
                  <a:pt x="407684" y="1144342"/>
                  <a:pt x="445605" y="1141474"/>
                  <a:pt x="485975" y="1141474"/>
                </a:cubicBezTo>
                <a:lnTo>
                  <a:pt x="523755" y="1141544"/>
                </a:lnTo>
                <a:lnTo>
                  <a:pt x="561886" y="1141474"/>
                </a:lnTo>
                <a:lnTo>
                  <a:pt x="210943" y="1602681"/>
                </a:lnTo>
                <a:cubicBezTo>
                  <a:pt x="78920" y="1434276"/>
                  <a:pt x="0" y="1222213"/>
                  <a:pt x="0" y="991609"/>
                </a:cubicBezTo>
                <a:cubicBezTo>
                  <a:pt x="0" y="443996"/>
                  <a:pt x="443996" y="0"/>
                  <a:pt x="99160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93FBEF06-3376-4805-93CA-9F93395D9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789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451" y="1205994"/>
            <a:ext cx="11518145" cy="5040145"/>
          </a:xfrm>
        </p:spPr>
        <p:txBody>
          <a:bodyPr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29FBF581-E754-574B-A309-6F2FB382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260268"/>
            <a:ext cx="9586415" cy="332399"/>
          </a:xfrm>
        </p:spPr>
        <p:txBody>
          <a:bodyPr>
            <a:spAutoFit/>
          </a:bodyPr>
          <a:lstStyle>
            <a:lvl1pPr>
              <a:defRPr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60580A64-4AC1-D547-A7C8-FF2A5434D2C5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52658" y="610597"/>
            <a:ext cx="9586415" cy="3323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  <a:lvl2pPr marL="342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noProof="0"/>
          </a:p>
        </p:txBody>
      </p:sp>
      <p:grpSp>
        <p:nvGrpSpPr>
          <p:cNvPr id="20" name="Group 4">
            <a:extLst>
              <a:ext uri="{FF2B5EF4-FFF2-40B4-BE49-F238E27FC236}">
                <a16:creationId xmlns:a16="http://schemas.microsoft.com/office/drawing/2014/main" id="{94606C33-87B8-4AFF-AF8D-3BA9B6C21CD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78596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23" name="AutoShape 3">
              <a:extLst>
                <a:ext uri="{FF2B5EF4-FFF2-40B4-BE49-F238E27FC236}">
                  <a16:creationId xmlns:a16="http://schemas.microsoft.com/office/drawing/2014/main" id="{D6138836-BE78-42EE-AA1D-2F9DE86593DD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50A847EF-9D82-48C0-8807-DD2B588CD8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7FA11094-2131-4D03-9C37-B2C0B5E8C0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0CF24BF3-852E-497F-922A-8CFA13A12B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2056438F-B7BB-4821-86E8-0E21E4217B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A780C951-A02A-4E5E-A235-A334C27C12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DB9A6084-650E-4900-8E17-4B39F7A20D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F8192D7D-37FB-4624-877F-4BC4661F25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8951349E-FD36-4092-B6F6-02B228122E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2" name="Freeform 13">
              <a:extLst>
                <a:ext uri="{FF2B5EF4-FFF2-40B4-BE49-F238E27FC236}">
                  <a16:creationId xmlns:a16="http://schemas.microsoft.com/office/drawing/2014/main" id="{B72629BF-0B35-49EF-A912-DAEE3FADF19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9DEE29F2-F280-4686-A9A8-395944373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022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451" y="1205994"/>
            <a:ext cx="11518145" cy="5040145"/>
          </a:xfrm>
        </p:spPr>
        <p:txBody>
          <a:bodyPr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29FBF581-E754-574B-A309-6F2FB382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260268"/>
            <a:ext cx="9586415" cy="332399"/>
          </a:xfrm>
        </p:spPr>
        <p:txBody>
          <a:bodyPr>
            <a:spAutoFit/>
          </a:bodyPr>
          <a:lstStyle>
            <a:lvl1pPr>
              <a:defRPr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60580A64-4AC1-D547-A7C8-FF2A5434D2C5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52658" y="610597"/>
            <a:ext cx="9586415" cy="3323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  <a:lvl2pPr marL="342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GB" noProof="0"/>
          </a:p>
        </p:txBody>
      </p:sp>
      <p:grpSp>
        <p:nvGrpSpPr>
          <p:cNvPr id="20" name="Group 4">
            <a:extLst>
              <a:ext uri="{FF2B5EF4-FFF2-40B4-BE49-F238E27FC236}">
                <a16:creationId xmlns:a16="http://schemas.microsoft.com/office/drawing/2014/main" id="{94606C33-87B8-4AFF-AF8D-3BA9B6C21CD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78596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23" name="AutoShape 3">
              <a:extLst>
                <a:ext uri="{FF2B5EF4-FFF2-40B4-BE49-F238E27FC236}">
                  <a16:creationId xmlns:a16="http://schemas.microsoft.com/office/drawing/2014/main" id="{D6138836-BE78-42EE-AA1D-2F9DE86593DD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50A847EF-9D82-48C0-8807-DD2B588CD8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7FA11094-2131-4D03-9C37-B2C0B5E8C0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0CF24BF3-852E-497F-922A-8CFA13A12B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2056438F-B7BB-4821-86E8-0E21E4217B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A780C951-A02A-4E5E-A235-A334C27C12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DB9A6084-650E-4900-8E17-4B39F7A20D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F8192D7D-37FB-4624-877F-4BC4661F25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8951349E-FD36-4092-B6F6-02B228122E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2" name="Freeform 13">
              <a:extLst>
                <a:ext uri="{FF2B5EF4-FFF2-40B4-BE49-F238E27FC236}">
                  <a16:creationId xmlns:a16="http://schemas.microsoft.com/office/drawing/2014/main" id="{B72629BF-0B35-49EF-A912-DAEE3FADF19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9DEE29F2-F280-4686-A9A8-395944373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F71481AB-279E-41C8-ACA9-C2DA8D6056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765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999" y="1198800"/>
            <a:ext cx="11678400" cy="5040000"/>
          </a:xfrm>
        </p:spPr>
        <p:txBody>
          <a:bodyPr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9DEE29F2-F280-4686-A9A8-395944373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F71481AB-279E-41C8-ACA9-C2DA8D6056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18E30B75-9CF0-0775-B941-FE7D212DB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9583200" cy="3600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EE267CE-325C-462B-BBBE-BB1B3ABD1F8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50825" y="666073"/>
            <a:ext cx="9583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  <a:lvl2pPr marL="239712" indent="0">
              <a:buNone/>
              <a:defRPr sz="1800">
                <a:solidFill>
                  <a:schemeClr val="accent1"/>
                </a:solidFill>
              </a:defRPr>
            </a:lvl2pPr>
            <a:lvl3pPr marL="538163" indent="0">
              <a:buNone/>
              <a:defRPr sz="1800">
                <a:solidFill>
                  <a:schemeClr val="accent1"/>
                </a:solidFill>
              </a:defRPr>
            </a:lvl3pPr>
            <a:lvl4pPr marL="719138" indent="0">
              <a:buNone/>
              <a:defRPr sz="1800">
                <a:solidFill>
                  <a:schemeClr val="accent1"/>
                </a:solidFill>
              </a:defRPr>
            </a:lvl4pPr>
            <a:lvl5pPr marL="985837" indent="0">
              <a:buNone/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subtitle style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175F3E03-CC82-3873-3595-D92DE052EEC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940137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175F3E03-CC82-3873-3595-D92DE052EE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3063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3F5FBB55-F7E6-A51C-7B32-D9A057C0F8F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3F5FBB55-F7E6-A51C-7B32-D9A057C0F8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" name="Graphic 26">
            <a:extLst>
              <a:ext uri="{FF2B5EF4-FFF2-40B4-BE49-F238E27FC236}">
                <a16:creationId xmlns:a16="http://schemas.microsoft.com/office/drawing/2014/main" id="{A9CDCB0E-D9C6-D2F4-E437-CF7D2EB39F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6" y="152373"/>
            <a:ext cx="1782000" cy="689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5425" y="1196975"/>
            <a:ext cx="6722148" cy="2148319"/>
          </a:xfrm>
        </p:spPr>
        <p:txBody>
          <a:bodyPr vert="horz" anchor="b">
            <a:normAutofit/>
          </a:bodyPr>
          <a:lstStyle>
            <a:lvl1pPr algn="l">
              <a:defRPr sz="3600">
                <a:solidFill>
                  <a:schemeClr val="accent5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5425" y="3437369"/>
            <a:ext cx="5761567" cy="1283999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5"/>
                </a:solidFill>
                <a:latin typeface="+mn-lt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D6D046-9E8A-417B-B758-A6E20A0FE31C}"/>
              </a:ext>
            </a:extLst>
          </p:cNvPr>
          <p:cNvSpPr/>
          <p:nvPr userDrawn="1"/>
        </p:nvSpPr>
        <p:spPr bwMode="auto">
          <a:xfrm>
            <a:off x="6787133" y="5399389"/>
            <a:ext cx="547941" cy="547483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000" b="0" i="0" u="none" strike="noStrike" cap="none" normalizeH="0" baseline="0">
              <a:ln>
                <a:noFill/>
              </a:ln>
              <a:solidFill>
                <a:schemeClr val="accent6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977530C5-2DE6-44CA-8A8F-019E4D7C204F}"/>
              </a:ext>
            </a:extLst>
          </p:cNvPr>
          <p:cNvSpPr/>
          <p:nvPr userDrawn="1"/>
        </p:nvSpPr>
        <p:spPr bwMode="auto">
          <a:xfrm>
            <a:off x="5929176" y="5949896"/>
            <a:ext cx="1802643" cy="908104"/>
          </a:xfrm>
          <a:custGeom>
            <a:avLst/>
            <a:gdLst>
              <a:gd name="connsiteX0" fmla="*/ 531 w 1423686"/>
              <a:gd name="connsiteY0" fmla="*/ 0 h 717107"/>
              <a:gd name="connsiteX1" fmla="*/ 1423155 w 1423686"/>
              <a:gd name="connsiteY1" fmla="*/ 0 h 717107"/>
              <a:gd name="connsiteX2" fmla="*/ 1423686 w 1423686"/>
              <a:gd name="connsiteY2" fmla="*/ 5264 h 717107"/>
              <a:gd name="connsiteX3" fmla="*/ 711843 w 1423686"/>
              <a:gd name="connsiteY3" fmla="*/ 717107 h 717107"/>
              <a:gd name="connsiteX4" fmla="*/ 0 w 1423686"/>
              <a:gd name="connsiteY4" fmla="*/ 5264 h 717107"/>
              <a:gd name="connsiteX5" fmla="*/ 531 w 1423686"/>
              <a:gd name="connsiteY5" fmla="*/ 0 h 7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3686" h="717107">
                <a:moveTo>
                  <a:pt x="531" y="0"/>
                </a:moveTo>
                <a:lnTo>
                  <a:pt x="1423155" y="0"/>
                </a:lnTo>
                <a:lnTo>
                  <a:pt x="1423686" y="5264"/>
                </a:lnTo>
                <a:cubicBezTo>
                  <a:pt x="1423686" y="398404"/>
                  <a:pt x="1104983" y="717107"/>
                  <a:pt x="711843" y="717107"/>
                </a:cubicBezTo>
                <a:cubicBezTo>
                  <a:pt x="318703" y="717107"/>
                  <a:pt x="0" y="398404"/>
                  <a:pt x="0" y="5264"/>
                </a:cubicBezTo>
                <a:lnTo>
                  <a:pt x="531" y="0"/>
                </a:lnTo>
                <a:close/>
              </a:path>
            </a:pathLst>
          </a:custGeom>
          <a:solidFill>
            <a:schemeClr val="accent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000" b="0" i="0" u="none" strike="noStrike" cap="none" normalizeH="0" baseline="0">
              <a:ln>
                <a:noFill/>
              </a:ln>
              <a:solidFill>
                <a:schemeClr val="accent6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CBDF7E11-8F3D-4306-A7C9-3CBBFA98620F}"/>
              </a:ext>
            </a:extLst>
          </p:cNvPr>
          <p:cNvSpPr/>
          <p:nvPr userDrawn="1"/>
        </p:nvSpPr>
        <p:spPr bwMode="auto">
          <a:xfrm rot="7933215">
            <a:off x="6018217" y="4998607"/>
            <a:ext cx="1201179" cy="604951"/>
          </a:xfrm>
          <a:custGeom>
            <a:avLst/>
            <a:gdLst>
              <a:gd name="connsiteX0" fmla="*/ 531 w 1423686"/>
              <a:gd name="connsiteY0" fmla="*/ 0 h 717107"/>
              <a:gd name="connsiteX1" fmla="*/ 1423155 w 1423686"/>
              <a:gd name="connsiteY1" fmla="*/ 0 h 717107"/>
              <a:gd name="connsiteX2" fmla="*/ 1423686 w 1423686"/>
              <a:gd name="connsiteY2" fmla="*/ 5264 h 717107"/>
              <a:gd name="connsiteX3" fmla="*/ 711843 w 1423686"/>
              <a:gd name="connsiteY3" fmla="*/ 717107 h 717107"/>
              <a:gd name="connsiteX4" fmla="*/ 0 w 1423686"/>
              <a:gd name="connsiteY4" fmla="*/ 5264 h 717107"/>
              <a:gd name="connsiteX5" fmla="*/ 531 w 1423686"/>
              <a:gd name="connsiteY5" fmla="*/ 0 h 7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3686" h="717107">
                <a:moveTo>
                  <a:pt x="531" y="0"/>
                </a:moveTo>
                <a:lnTo>
                  <a:pt x="1423155" y="0"/>
                </a:lnTo>
                <a:lnTo>
                  <a:pt x="1423686" y="5264"/>
                </a:lnTo>
                <a:cubicBezTo>
                  <a:pt x="1423686" y="398404"/>
                  <a:pt x="1104983" y="717107"/>
                  <a:pt x="711843" y="717107"/>
                </a:cubicBezTo>
                <a:cubicBezTo>
                  <a:pt x="318703" y="717107"/>
                  <a:pt x="0" y="398404"/>
                  <a:pt x="0" y="5264"/>
                </a:cubicBezTo>
                <a:lnTo>
                  <a:pt x="531" y="0"/>
                </a:lnTo>
                <a:close/>
              </a:path>
            </a:pathLst>
          </a:cu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000" b="0" i="0" u="none" strike="noStrike" cap="none" normalizeH="0" baseline="0">
              <a:ln>
                <a:noFill/>
              </a:ln>
              <a:solidFill>
                <a:schemeClr val="accent6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8C38856E-DF0D-49BD-A0AF-37F515F1D5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45996" y="1810817"/>
            <a:ext cx="5040000" cy="5040000"/>
          </a:xfrm>
          <a:prstGeom prst="ellipse">
            <a:avLst/>
          </a:prstGeom>
        </p:spPr>
        <p:txBody>
          <a:bodyPr/>
          <a:lstStyle>
            <a:lvl1pPr algn="ctr">
              <a:buNone/>
              <a:defRPr b="0" i="0">
                <a:solidFill>
                  <a:schemeClr val="accent5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Add a picture here</a:t>
            </a:r>
          </a:p>
        </p:txBody>
      </p:sp>
      <p:sp>
        <p:nvSpPr>
          <p:cNvPr id="20" name="Date Name Organization">
            <a:extLst>
              <a:ext uri="{FF2B5EF4-FFF2-40B4-BE49-F238E27FC236}">
                <a16:creationId xmlns:a16="http://schemas.microsoft.com/office/drawing/2014/main" id="{B679C166-F3F4-4469-BDA4-0521529C84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5425" y="4913252"/>
            <a:ext cx="5251984" cy="1056000"/>
          </a:xfrm>
        </p:spPr>
        <p:txBody>
          <a:bodyPr anchor="b"/>
          <a:lstStyle>
            <a:lvl1pPr marL="0" indent="0">
              <a:spcAft>
                <a:spcPts val="133"/>
              </a:spcAft>
              <a:buNone/>
              <a:defRPr sz="1200">
                <a:solidFill>
                  <a:schemeClr val="accent5"/>
                </a:solidFill>
                <a:latin typeface="+mn-lt"/>
                <a:cs typeface="Arial" panose="020B0604020202020204" pitchFamily="34" charset="0"/>
              </a:defRPr>
            </a:lvl1pPr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[Date]</a:t>
            </a:r>
            <a:br>
              <a:rPr lang="en-US"/>
            </a:br>
            <a:r>
              <a:rPr lang="en-US"/>
              <a:t>[Name of moderator]</a:t>
            </a:r>
            <a:br>
              <a:rPr lang="en-US"/>
            </a:br>
            <a:r>
              <a:rPr lang="en-US"/>
              <a:t>[Organizational Unit]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93D7AA-4B02-44F3-849A-D51D7F7A9CD0}"/>
              </a:ext>
            </a:extLst>
          </p:cNvPr>
          <p:cNvSpPr txBox="1"/>
          <p:nvPr userDrawn="1"/>
        </p:nvSpPr>
        <p:spPr>
          <a:xfrm>
            <a:off x="11158230" y="6548967"/>
            <a:ext cx="699337" cy="14356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sz="900">
                <a:solidFill>
                  <a:schemeClr val="accent6"/>
                </a:solidFill>
                <a:latin typeface="+mn-lt"/>
                <a:cs typeface="Arial" panose="020B0604020202020204" pitchFamily="34" charset="0"/>
              </a:rPr>
              <a:t>© Zurich</a:t>
            </a:r>
          </a:p>
        </p:txBody>
      </p:sp>
    </p:spTree>
    <p:extLst>
      <p:ext uri="{BB962C8B-B14F-4D97-AF65-F5344CB8AC3E}">
        <p14:creationId xmlns:p14="http://schemas.microsoft.com/office/powerpoint/2010/main" val="2183520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Ligh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ED8689CC-4333-44CB-E99C-E8CF5E24F7E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ED8689CC-4333-44CB-E99C-E8CF5E24F7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9451" y="1196975"/>
            <a:ext cx="6722148" cy="2163821"/>
          </a:xfrm>
        </p:spPr>
        <p:txBody>
          <a:bodyPr vert="horz" anchor="b">
            <a:normAutofit/>
          </a:bodyPr>
          <a:lstStyle>
            <a:lvl1pPr algn="l">
              <a:defRPr sz="36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9451" y="3452871"/>
            <a:ext cx="5761567" cy="1283999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D6D046-9E8A-417B-B758-A6E20A0FE31C}"/>
              </a:ext>
            </a:extLst>
          </p:cNvPr>
          <p:cNvSpPr/>
          <p:nvPr userDrawn="1"/>
        </p:nvSpPr>
        <p:spPr bwMode="auto">
          <a:xfrm>
            <a:off x="6803245" y="5407445"/>
            <a:ext cx="547941" cy="547483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000" b="0" i="0" u="none" strike="noStrike" cap="none" normalizeH="0" baseline="0">
              <a:ln>
                <a:noFill/>
              </a:ln>
              <a:solidFill>
                <a:schemeClr val="accent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977530C5-2DE6-44CA-8A8F-019E4D7C204F}"/>
              </a:ext>
            </a:extLst>
          </p:cNvPr>
          <p:cNvSpPr/>
          <p:nvPr userDrawn="1"/>
        </p:nvSpPr>
        <p:spPr bwMode="auto">
          <a:xfrm>
            <a:off x="5945288" y="5953924"/>
            <a:ext cx="1802643" cy="908104"/>
          </a:xfrm>
          <a:custGeom>
            <a:avLst/>
            <a:gdLst>
              <a:gd name="connsiteX0" fmla="*/ 531 w 1423686"/>
              <a:gd name="connsiteY0" fmla="*/ 0 h 717107"/>
              <a:gd name="connsiteX1" fmla="*/ 1423155 w 1423686"/>
              <a:gd name="connsiteY1" fmla="*/ 0 h 717107"/>
              <a:gd name="connsiteX2" fmla="*/ 1423686 w 1423686"/>
              <a:gd name="connsiteY2" fmla="*/ 5264 h 717107"/>
              <a:gd name="connsiteX3" fmla="*/ 711843 w 1423686"/>
              <a:gd name="connsiteY3" fmla="*/ 717107 h 717107"/>
              <a:gd name="connsiteX4" fmla="*/ 0 w 1423686"/>
              <a:gd name="connsiteY4" fmla="*/ 5264 h 717107"/>
              <a:gd name="connsiteX5" fmla="*/ 531 w 1423686"/>
              <a:gd name="connsiteY5" fmla="*/ 0 h 7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3686" h="717107">
                <a:moveTo>
                  <a:pt x="531" y="0"/>
                </a:moveTo>
                <a:lnTo>
                  <a:pt x="1423155" y="0"/>
                </a:lnTo>
                <a:lnTo>
                  <a:pt x="1423686" y="5264"/>
                </a:lnTo>
                <a:cubicBezTo>
                  <a:pt x="1423686" y="398404"/>
                  <a:pt x="1104983" y="717107"/>
                  <a:pt x="711843" y="717107"/>
                </a:cubicBezTo>
                <a:cubicBezTo>
                  <a:pt x="318703" y="717107"/>
                  <a:pt x="0" y="398404"/>
                  <a:pt x="0" y="5264"/>
                </a:cubicBezTo>
                <a:lnTo>
                  <a:pt x="531" y="0"/>
                </a:lnTo>
                <a:close/>
              </a:path>
            </a:pathLst>
          </a:custGeom>
          <a:solidFill>
            <a:schemeClr val="accent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000" b="0" i="0" u="none" strike="noStrike" cap="none" normalizeH="0" baseline="0">
              <a:ln>
                <a:noFill/>
              </a:ln>
              <a:solidFill>
                <a:schemeClr val="accent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CBDF7E11-8F3D-4306-A7C9-3CBBFA98620F}"/>
              </a:ext>
            </a:extLst>
          </p:cNvPr>
          <p:cNvSpPr/>
          <p:nvPr userDrawn="1"/>
        </p:nvSpPr>
        <p:spPr bwMode="auto">
          <a:xfrm rot="7933215">
            <a:off x="6034329" y="5006663"/>
            <a:ext cx="1201179" cy="604951"/>
          </a:xfrm>
          <a:custGeom>
            <a:avLst/>
            <a:gdLst>
              <a:gd name="connsiteX0" fmla="*/ 531 w 1423686"/>
              <a:gd name="connsiteY0" fmla="*/ 0 h 717107"/>
              <a:gd name="connsiteX1" fmla="*/ 1423155 w 1423686"/>
              <a:gd name="connsiteY1" fmla="*/ 0 h 717107"/>
              <a:gd name="connsiteX2" fmla="*/ 1423686 w 1423686"/>
              <a:gd name="connsiteY2" fmla="*/ 5264 h 717107"/>
              <a:gd name="connsiteX3" fmla="*/ 711843 w 1423686"/>
              <a:gd name="connsiteY3" fmla="*/ 717107 h 717107"/>
              <a:gd name="connsiteX4" fmla="*/ 0 w 1423686"/>
              <a:gd name="connsiteY4" fmla="*/ 5264 h 717107"/>
              <a:gd name="connsiteX5" fmla="*/ 531 w 1423686"/>
              <a:gd name="connsiteY5" fmla="*/ 0 h 7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3686" h="717107">
                <a:moveTo>
                  <a:pt x="531" y="0"/>
                </a:moveTo>
                <a:lnTo>
                  <a:pt x="1423155" y="0"/>
                </a:lnTo>
                <a:lnTo>
                  <a:pt x="1423686" y="5264"/>
                </a:lnTo>
                <a:cubicBezTo>
                  <a:pt x="1423686" y="398404"/>
                  <a:pt x="1104983" y="717107"/>
                  <a:pt x="711843" y="717107"/>
                </a:cubicBezTo>
                <a:cubicBezTo>
                  <a:pt x="318703" y="717107"/>
                  <a:pt x="0" y="398404"/>
                  <a:pt x="0" y="5264"/>
                </a:cubicBezTo>
                <a:lnTo>
                  <a:pt x="531" y="0"/>
                </a:lnTo>
                <a:close/>
              </a:path>
            </a:pathLst>
          </a:cu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000" b="0" i="0" u="none" strike="noStrike" cap="none" normalizeH="0" baseline="0">
              <a:ln>
                <a:noFill/>
              </a:ln>
              <a:solidFill>
                <a:schemeClr val="accent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8C38856E-DF0D-49BD-A0AF-37F515F1D5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54052" y="1818873"/>
            <a:ext cx="5040000" cy="5040000"/>
          </a:xfrm>
          <a:prstGeom prst="ellipse">
            <a:avLst/>
          </a:prstGeom>
        </p:spPr>
        <p:txBody>
          <a:bodyPr/>
          <a:lstStyle>
            <a:lvl1pPr algn="ctr">
              <a:buNone/>
              <a:defRPr b="0" i="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Add a picture here</a:t>
            </a:r>
          </a:p>
        </p:txBody>
      </p:sp>
      <p:sp>
        <p:nvSpPr>
          <p:cNvPr id="20" name="Date Name Organization">
            <a:extLst>
              <a:ext uri="{FF2B5EF4-FFF2-40B4-BE49-F238E27FC236}">
                <a16:creationId xmlns:a16="http://schemas.microsoft.com/office/drawing/2014/main" id="{B679C166-F3F4-4469-BDA4-0521529C84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0825" y="4923646"/>
            <a:ext cx="5251984" cy="1056000"/>
          </a:xfrm>
        </p:spPr>
        <p:txBody>
          <a:bodyPr anchor="b"/>
          <a:lstStyle>
            <a:lvl1pPr marL="0" indent="0">
              <a:spcAft>
                <a:spcPts val="133"/>
              </a:spcAft>
              <a:buNone/>
              <a:defRPr sz="12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[Date]</a:t>
            </a:r>
            <a:br>
              <a:rPr lang="en-US"/>
            </a:br>
            <a:r>
              <a:rPr lang="en-US"/>
              <a:t>[Name of moderator]</a:t>
            </a:r>
            <a:br>
              <a:rPr lang="en-US"/>
            </a:br>
            <a:r>
              <a:rPr lang="en-US"/>
              <a:t>[Organizational Unit]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BB533B0-3B2D-B6C5-041F-322965DA57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6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249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2F1406EC-9BFF-3460-49A6-84F969C645E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2F1406EC-9BFF-3460-49A6-84F969C645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Graphic 18">
            <a:extLst>
              <a:ext uri="{FF2B5EF4-FFF2-40B4-BE49-F238E27FC236}">
                <a16:creationId xmlns:a16="http://schemas.microsoft.com/office/drawing/2014/main" id="{9E2366D4-7C96-A33F-7E29-165126626D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825" y="1151927"/>
            <a:ext cx="11678400" cy="5040000"/>
          </a:xfrm>
        </p:spPr>
        <p:txBody>
          <a:bodyPr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9DEE29F2-F280-4686-A9A8-395944373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F71481AB-279E-41C8-ACA9-C2DA8D6056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18E30B75-9CF0-0775-B941-FE7D212DB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9583200" cy="3600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EE267CE-325C-462B-BBBE-BB1B3ABD1F8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50825" y="666073"/>
            <a:ext cx="9583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  <a:lvl2pPr marL="239712" indent="0">
              <a:buNone/>
              <a:defRPr sz="1800">
                <a:solidFill>
                  <a:schemeClr val="accent1"/>
                </a:solidFill>
              </a:defRPr>
            </a:lvl2pPr>
            <a:lvl3pPr marL="538163" indent="0">
              <a:buNone/>
              <a:defRPr sz="1800">
                <a:solidFill>
                  <a:schemeClr val="accent1"/>
                </a:solidFill>
              </a:defRPr>
            </a:lvl3pPr>
            <a:lvl4pPr marL="719138" indent="0">
              <a:buNone/>
              <a:defRPr sz="1800">
                <a:solidFill>
                  <a:schemeClr val="accent1"/>
                </a:solidFill>
              </a:defRPr>
            </a:lvl4pPr>
            <a:lvl5pPr marL="985837" indent="0">
              <a:buNone/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10016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6A6015A9-B6EB-5E1B-D8F1-9914306E93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6A6015A9-B6EB-5E1B-D8F1-9914306E93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999" y="1198800"/>
            <a:ext cx="11678400" cy="5040000"/>
          </a:xfrm>
        </p:spPr>
        <p:txBody>
          <a:bodyPr/>
          <a:lstStyle>
            <a:lvl1pPr marL="269875" indent="-269875">
              <a:buFont typeface="+mj-lt"/>
              <a:buAutoNum type="arabicPeriod"/>
              <a:defRPr sz="1800">
                <a:latin typeface="+mn-lt"/>
                <a:cs typeface="Arial" panose="020B0604020202020204" pitchFamily="34" charset="0"/>
              </a:defRPr>
            </a:lvl1pPr>
            <a:lvl2pPr marL="539750" indent="-269875">
              <a:buFont typeface="+mj-lt"/>
              <a:buAutoNum type="arabicPeriod"/>
              <a:defRPr sz="1600">
                <a:latin typeface="+mn-lt"/>
                <a:cs typeface="Arial" panose="020B0604020202020204" pitchFamily="34" charset="0"/>
              </a:defRPr>
            </a:lvl2pPr>
            <a:lvl3pPr marL="717550" indent="-177800">
              <a:buFont typeface="+mj-lt"/>
              <a:buAutoNum type="arabicPeriod"/>
              <a:tabLst/>
              <a:defRPr sz="1400">
                <a:latin typeface="+mn-lt"/>
                <a:cs typeface="Arial" panose="020B0604020202020204" pitchFamily="34" charset="0"/>
              </a:defRPr>
            </a:lvl3pPr>
            <a:lvl4pPr marL="898525" indent="-180975">
              <a:buFont typeface="+mj-lt"/>
              <a:buAutoNum type="arabicPeriod"/>
              <a:defRPr sz="1200">
                <a:latin typeface="+mn-lt"/>
                <a:cs typeface="Arial" panose="020B0604020202020204" pitchFamily="34" charset="0"/>
              </a:defRPr>
            </a:lvl4pPr>
            <a:lvl5pPr marL="1074738" indent="-176213">
              <a:buFont typeface="+mj-lt"/>
              <a:buAutoNum type="arabicPeriod"/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8031B39C-DF70-43CD-94D0-81EF6CC024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4ED371B5-D44C-4D74-B5F8-F89D42D71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23377CAE-C7EF-4319-6BB8-274061F36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9586415" cy="3600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Content Placeholder 14">
            <a:extLst>
              <a:ext uri="{FF2B5EF4-FFF2-40B4-BE49-F238E27FC236}">
                <a16:creationId xmlns:a16="http://schemas.microsoft.com/office/drawing/2014/main" id="{1C20988F-DF90-0426-6149-7E7F6E5115D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50825" y="666073"/>
            <a:ext cx="9583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  <a:lvl2pPr marL="239712" indent="0">
              <a:buNone/>
              <a:defRPr sz="1800">
                <a:solidFill>
                  <a:schemeClr val="accent1"/>
                </a:solidFill>
              </a:defRPr>
            </a:lvl2pPr>
            <a:lvl3pPr marL="538163" indent="0">
              <a:buNone/>
              <a:defRPr sz="1800">
                <a:solidFill>
                  <a:schemeClr val="accent1"/>
                </a:solidFill>
              </a:defRPr>
            </a:lvl3pPr>
            <a:lvl4pPr marL="719138" indent="0">
              <a:buNone/>
              <a:defRPr sz="1800">
                <a:solidFill>
                  <a:schemeClr val="accent1"/>
                </a:solidFill>
              </a:defRPr>
            </a:lvl4pPr>
            <a:lvl5pPr marL="985837" indent="0">
              <a:buNone/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subtitle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DF790E7-FABD-22BC-1A6C-4795DDC869F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479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B04C0D27-889B-3151-6ECA-B7B1AF6D645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B04C0D27-889B-3151-6ECA-B7B1AF6D64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000" y="1198800"/>
            <a:ext cx="5647150" cy="5040145"/>
          </a:xfrm>
        </p:spPr>
        <p:txBody>
          <a:bodyPr lIns="72000" tIns="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D38D433-C715-4635-977C-8E54E7555A0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80731" y="1198800"/>
            <a:ext cx="5652000" cy="5040145"/>
          </a:xfrm>
        </p:spPr>
        <p:txBody>
          <a:bodyPr lIns="72000" tIns="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7778DC4A-6DD8-4810-A49B-89B671171F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4" name="Footer Placeholder 3">
            <a:extLst>
              <a:ext uri="{FF2B5EF4-FFF2-40B4-BE49-F238E27FC236}">
                <a16:creationId xmlns:a16="http://schemas.microsoft.com/office/drawing/2014/main" id="{B66B4EB9-2868-4BA8-BD4D-16B8E7A16D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4EA731-2898-D962-FAA6-B0737584A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9586415" cy="3600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14">
            <a:extLst>
              <a:ext uri="{FF2B5EF4-FFF2-40B4-BE49-F238E27FC236}">
                <a16:creationId xmlns:a16="http://schemas.microsoft.com/office/drawing/2014/main" id="{45C87A36-AF1D-5E17-86AD-9CDBE1DEDA7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50825" y="666073"/>
            <a:ext cx="9583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  <a:lvl2pPr marL="239712" indent="0">
              <a:buNone/>
              <a:defRPr sz="1800">
                <a:solidFill>
                  <a:schemeClr val="accent1"/>
                </a:solidFill>
              </a:defRPr>
            </a:lvl2pPr>
            <a:lvl3pPr marL="538163" indent="0">
              <a:buNone/>
              <a:defRPr sz="1800">
                <a:solidFill>
                  <a:schemeClr val="accent1"/>
                </a:solidFill>
              </a:defRPr>
            </a:lvl3pPr>
            <a:lvl4pPr marL="719138" indent="0">
              <a:buNone/>
              <a:defRPr sz="1800">
                <a:solidFill>
                  <a:schemeClr val="accent1"/>
                </a:solidFill>
              </a:defRPr>
            </a:lvl4pPr>
            <a:lvl5pPr marL="985837" indent="0">
              <a:buNone/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subtitle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1A9075B-D713-88EB-05F2-FE6145569C1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025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box and circle fo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968A405-2ADD-CD83-F2C5-E4C87A464DC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968A405-2ADD-CD83-F2C5-E4C87A464D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000" y="1198800"/>
            <a:ext cx="5652000" cy="5040000"/>
          </a:xfrm>
        </p:spPr>
        <p:txBody>
          <a:bodyPr lIns="72000" tIns="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1605E3C-D76A-4678-9277-BF9E2085756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13444" y="1198800"/>
            <a:ext cx="5040000" cy="5040000"/>
          </a:xfrm>
          <a:prstGeom prst="ellipse">
            <a:avLst/>
          </a:prstGeom>
        </p:spPr>
        <p:txBody>
          <a:bodyPr/>
          <a:lstStyle>
            <a:lvl1pPr algn="ctr">
              <a:buNone/>
              <a:defRPr b="0" i="0">
                <a:solidFill>
                  <a:srgbClr val="1C67AF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Add a picture here</a:t>
            </a: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3A975D44-BBDE-415E-AD10-4B5D27EC1F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4" name="Footer Placeholder 3">
            <a:extLst>
              <a:ext uri="{FF2B5EF4-FFF2-40B4-BE49-F238E27FC236}">
                <a16:creationId xmlns:a16="http://schemas.microsoft.com/office/drawing/2014/main" id="{D7853777-3467-41CD-B494-D2A35BD43D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7FB541-5D52-F76C-98B2-A93A3DE51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9586415" cy="3600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14">
            <a:extLst>
              <a:ext uri="{FF2B5EF4-FFF2-40B4-BE49-F238E27FC236}">
                <a16:creationId xmlns:a16="http://schemas.microsoft.com/office/drawing/2014/main" id="{D9196592-353D-5060-F0CD-E79D796D1DD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50825" y="666073"/>
            <a:ext cx="9583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  <a:lvl2pPr marL="239712" indent="0">
              <a:buNone/>
              <a:defRPr sz="1800">
                <a:solidFill>
                  <a:schemeClr val="accent1"/>
                </a:solidFill>
              </a:defRPr>
            </a:lvl2pPr>
            <a:lvl3pPr marL="538163" indent="0">
              <a:buNone/>
              <a:defRPr sz="1800">
                <a:solidFill>
                  <a:schemeClr val="accent1"/>
                </a:solidFill>
              </a:defRPr>
            </a:lvl3pPr>
            <a:lvl4pPr marL="719138" indent="0">
              <a:buNone/>
              <a:defRPr sz="1800">
                <a:solidFill>
                  <a:schemeClr val="accent1"/>
                </a:solidFill>
              </a:defRPr>
            </a:lvl4pPr>
            <a:lvl5pPr marL="985837" indent="0">
              <a:buNone/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DB166E9-4333-8D2E-1FBA-621B8B2101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997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box, Safe Spac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8947306-4C96-3088-EC34-17C69C1F9A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8947306-4C96-3088-EC34-17C69C1F9A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000" y="1198800"/>
            <a:ext cx="5652000" cy="5040145"/>
          </a:xfrm>
        </p:spPr>
        <p:txBody>
          <a:bodyPr lIns="72000" tIns="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7" name="Picture Placeholder 23">
            <a:extLst>
              <a:ext uri="{FF2B5EF4-FFF2-40B4-BE49-F238E27FC236}">
                <a16:creationId xmlns:a16="http://schemas.microsoft.com/office/drawing/2014/main" id="{632F94C8-BFF9-44C4-AD1A-92E5E5E20C6E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6813533" y="1198800"/>
            <a:ext cx="5039466" cy="5040000"/>
          </a:xfrm>
          <a:custGeom>
            <a:avLst/>
            <a:gdLst>
              <a:gd name="connsiteX0" fmla="*/ 991609 w 1983218"/>
              <a:gd name="connsiteY0" fmla="*/ 0 h 1983428"/>
              <a:gd name="connsiteX1" fmla="*/ 1983218 w 1983218"/>
              <a:gd name="connsiteY1" fmla="*/ 991609 h 1983428"/>
              <a:gd name="connsiteX2" fmla="*/ 991399 w 1983218"/>
              <a:gd name="connsiteY2" fmla="*/ 1983428 h 1983428"/>
              <a:gd name="connsiteX3" fmla="*/ 237390 w 1983218"/>
              <a:gd name="connsiteY3" fmla="*/ 1635494 h 1983428"/>
              <a:gd name="connsiteX4" fmla="*/ 287345 w 1983218"/>
              <a:gd name="connsiteY4" fmla="*/ 1620941 h 1983428"/>
              <a:gd name="connsiteX5" fmla="*/ 339399 w 1983218"/>
              <a:gd name="connsiteY5" fmla="*/ 1616744 h 1983428"/>
              <a:gd name="connsiteX6" fmla="*/ 446934 w 1983218"/>
              <a:gd name="connsiteY6" fmla="*/ 1627798 h 1983428"/>
              <a:gd name="connsiteX7" fmla="*/ 538448 w 1983218"/>
              <a:gd name="connsiteY7" fmla="*/ 1637663 h 1983428"/>
              <a:gd name="connsiteX8" fmla="*/ 542996 w 1983218"/>
              <a:gd name="connsiteY8" fmla="*/ 1637593 h 1983428"/>
              <a:gd name="connsiteX9" fmla="*/ 620377 w 1983218"/>
              <a:gd name="connsiteY9" fmla="*/ 1612126 h 1983428"/>
              <a:gd name="connsiteX10" fmla="*/ 672640 w 1983218"/>
              <a:gd name="connsiteY10" fmla="*/ 1542861 h 1983428"/>
              <a:gd name="connsiteX11" fmla="*/ 686703 w 1983218"/>
              <a:gd name="connsiteY11" fmla="*/ 1502981 h 1983428"/>
              <a:gd name="connsiteX12" fmla="*/ 672570 w 1983218"/>
              <a:gd name="connsiteY12" fmla="*/ 1499413 h 1983428"/>
              <a:gd name="connsiteX13" fmla="*/ 667883 w 1983218"/>
              <a:gd name="connsiteY13" fmla="*/ 1508928 h 1983428"/>
              <a:gd name="connsiteX14" fmla="*/ 620517 w 1983218"/>
              <a:gd name="connsiteY14" fmla="*/ 1562941 h 1983428"/>
              <a:gd name="connsiteX15" fmla="*/ 586304 w 1983218"/>
              <a:gd name="connsiteY15" fmla="*/ 1579382 h 1983428"/>
              <a:gd name="connsiteX16" fmla="*/ 530752 w 1983218"/>
              <a:gd name="connsiteY16" fmla="*/ 1586029 h 1983428"/>
              <a:gd name="connsiteX17" fmla="*/ 488703 w 1983218"/>
              <a:gd name="connsiteY17" fmla="*/ 1584560 h 1983428"/>
              <a:gd name="connsiteX18" fmla="*/ 441757 w 1983218"/>
              <a:gd name="connsiteY18" fmla="*/ 1581621 h 1983428"/>
              <a:gd name="connsiteX19" fmla="*/ 392992 w 1983218"/>
              <a:gd name="connsiteY19" fmla="*/ 1579662 h 1983428"/>
              <a:gd name="connsiteX20" fmla="*/ 355001 w 1983218"/>
              <a:gd name="connsiteY20" fmla="*/ 1581551 h 1983428"/>
              <a:gd name="connsiteX21" fmla="*/ 619327 w 1983218"/>
              <a:gd name="connsiteY21" fmla="*/ 1228160 h 1983428"/>
              <a:gd name="connsiteX22" fmla="*/ 286715 w 1983218"/>
              <a:gd name="connsiteY22" fmla="*/ 1228160 h 1983428"/>
              <a:gd name="connsiteX23" fmla="*/ 260688 w 1983218"/>
              <a:gd name="connsiteY23" fmla="*/ 1328349 h 1983428"/>
              <a:gd name="connsiteX24" fmla="*/ 276221 w 1983218"/>
              <a:gd name="connsiteY24" fmla="*/ 1331847 h 1983428"/>
              <a:gd name="connsiteX25" fmla="*/ 280558 w 1983218"/>
              <a:gd name="connsiteY25" fmla="*/ 1323592 h 1983428"/>
              <a:gd name="connsiteX26" fmla="*/ 313092 w 1983218"/>
              <a:gd name="connsiteY26" fmla="*/ 1284901 h 1983428"/>
              <a:gd name="connsiteX27" fmla="*/ 345625 w 1983218"/>
              <a:gd name="connsiteY27" fmla="*/ 1271608 h 1983428"/>
              <a:gd name="connsiteX28" fmla="*/ 424825 w 1983218"/>
              <a:gd name="connsiteY28" fmla="*/ 1265451 h 1983428"/>
              <a:gd name="connsiteX29" fmla="*/ 453161 w 1983218"/>
              <a:gd name="connsiteY29" fmla="*/ 1265521 h 1983428"/>
              <a:gd name="connsiteX30" fmla="*/ 481777 w 1983218"/>
              <a:gd name="connsiteY30" fmla="*/ 1265451 h 1983428"/>
              <a:gd name="connsiteX31" fmla="*/ 218150 w 1983218"/>
              <a:gd name="connsiteY31" fmla="*/ 1611846 h 1983428"/>
              <a:gd name="connsiteX32" fmla="*/ 0 w 1983218"/>
              <a:gd name="connsiteY32" fmla="*/ 991609 h 1983428"/>
              <a:gd name="connsiteX33" fmla="*/ 991609 w 1983218"/>
              <a:gd name="connsiteY33" fmla="*/ 0 h 1983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983218" h="1983428">
                <a:moveTo>
                  <a:pt x="991609" y="0"/>
                </a:moveTo>
                <a:cubicBezTo>
                  <a:pt x="1539293" y="0"/>
                  <a:pt x="1983218" y="443996"/>
                  <a:pt x="1983218" y="991609"/>
                </a:cubicBezTo>
                <a:cubicBezTo>
                  <a:pt x="1983218" y="1539293"/>
                  <a:pt x="1539293" y="1983218"/>
                  <a:pt x="991399" y="1983428"/>
                </a:cubicBezTo>
                <a:cubicBezTo>
                  <a:pt x="689502" y="1983428"/>
                  <a:pt x="419298" y="1848327"/>
                  <a:pt x="237390" y="1635494"/>
                </a:cubicBezTo>
                <a:cubicBezTo>
                  <a:pt x="256211" y="1627098"/>
                  <a:pt x="265516" y="1624370"/>
                  <a:pt x="287345" y="1620941"/>
                </a:cubicBezTo>
                <a:cubicBezTo>
                  <a:pt x="304696" y="1618073"/>
                  <a:pt x="321418" y="1616744"/>
                  <a:pt x="339399" y="1616744"/>
                </a:cubicBezTo>
                <a:cubicBezTo>
                  <a:pt x="366265" y="1616744"/>
                  <a:pt x="393481" y="1619542"/>
                  <a:pt x="446934" y="1627798"/>
                </a:cubicBezTo>
                <a:cubicBezTo>
                  <a:pt x="499548" y="1635844"/>
                  <a:pt x="516479" y="1637663"/>
                  <a:pt x="538448" y="1637663"/>
                </a:cubicBezTo>
                <a:lnTo>
                  <a:pt x="542996" y="1637593"/>
                </a:lnTo>
                <a:cubicBezTo>
                  <a:pt x="572661" y="1637103"/>
                  <a:pt x="597708" y="1628917"/>
                  <a:pt x="620377" y="1612126"/>
                </a:cubicBezTo>
                <a:cubicBezTo>
                  <a:pt x="642416" y="1595824"/>
                  <a:pt x="658437" y="1574555"/>
                  <a:pt x="672640" y="1542861"/>
                </a:cubicBezTo>
                <a:cubicBezTo>
                  <a:pt x="679707" y="1527189"/>
                  <a:pt x="682086" y="1520472"/>
                  <a:pt x="686703" y="1502981"/>
                </a:cubicBezTo>
                <a:lnTo>
                  <a:pt x="672570" y="1499413"/>
                </a:lnTo>
                <a:cubicBezTo>
                  <a:pt x="670681" y="1503681"/>
                  <a:pt x="668932" y="1506829"/>
                  <a:pt x="667883" y="1508928"/>
                </a:cubicBezTo>
                <a:cubicBezTo>
                  <a:pt x="657108" y="1529568"/>
                  <a:pt x="639057" y="1550067"/>
                  <a:pt x="620517" y="1562941"/>
                </a:cubicBezTo>
                <a:cubicBezTo>
                  <a:pt x="609882" y="1570077"/>
                  <a:pt x="598408" y="1575674"/>
                  <a:pt x="586304" y="1579382"/>
                </a:cubicBezTo>
                <a:cubicBezTo>
                  <a:pt x="570702" y="1584140"/>
                  <a:pt x="554960" y="1586029"/>
                  <a:pt x="530752" y="1586029"/>
                </a:cubicBezTo>
                <a:cubicBezTo>
                  <a:pt x="519907" y="1586029"/>
                  <a:pt x="505565" y="1585539"/>
                  <a:pt x="488703" y="1584560"/>
                </a:cubicBezTo>
                <a:lnTo>
                  <a:pt x="441757" y="1581621"/>
                </a:lnTo>
                <a:cubicBezTo>
                  <a:pt x="419998" y="1580362"/>
                  <a:pt x="403696" y="1579662"/>
                  <a:pt x="392992" y="1579662"/>
                </a:cubicBezTo>
                <a:cubicBezTo>
                  <a:pt x="379069" y="1579662"/>
                  <a:pt x="372142" y="1580012"/>
                  <a:pt x="355001" y="1581551"/>
                </a:cubicBezTo>
                <a:lnTo>
                  <a:pt x="619327" y="1228160"/>
                </a:lnTo>
                <a:lnTo>
                  <a:pt x="286715" y="1228160"/>
                </a:lnTo>
                <a:lnTo>
                  <a:pt x="260688" y="1328349"/>
                </a:lnTo>
                <a:lnTo>
                  <a:pt x="276221" y="1331847"/>
                </a:lnTo>
                <a:cubicBezTo>
                  <a:pt x="278110" y="1327999"/>
                  <a:pt x="279579" y="1325411"/>
                  <a:pt x="280558" y="1323592"/>
                </a:cubicBezTo>
                <a:cubicBezTo>
                  <a:pt x="289234" y="1308059"/>
                  <a:pt x="302527" y="1292317"/>
                  <a:pt x="313092" y="1284901"/>
                </a:cubicBezTo>
                <a:cubicBezTo>
                  <a:pt x="322117" y="1278534"/>
                  <a:pt x="333172" y="1274057"/>
                  <a:pt x="345625" y="1271608"/>
                </a:cubicBezTo>
                <a:cubicBezTo>
                  <a:pt x="366125" y="1267620"/>
                  <a:pt x="394531" y="1265451"/>
                  <a:pt x="424825" y="1265451"/>
                </a:cubicBezTo>
                <a:lnTo>
                  <a:pt x="453161" y="1265521"/>
                </a:lnTo>
                <a:lnTo>
                  <a:pt x="481777" y="1265451"/>
                </a:lnTo>
                <a:lnTo>
                  <a:pt x="218150" y="1611846"/>
                </a:lnTo>
                <a:cubicBezTo>
                  <a:pt x="81789" y="1441972"/>
                  <a:pt x="0" y="1226411"/>
                  <a:pt x="0" y="991609"/>
                </a:cubicBezTo>
                <a:cubicBezTo>
                  <a:pt x="0" y="443996"/>
                  <a:pt x="443996" y="0"/>
                  <a:pt x="99160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940119E-5F10-4EB4-B937-FD54D14501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5" name="Footer Placeholder 3">
            <a:extLst>
              <a:ext uri="{FF2B5EF4-FFF2-40B4-BE49-F238E27FC236}">
                <a16:creationId xmlns:a16="http://schemas.microsoft.com/office/drawing/2014/main" id="{40454D8E-1F3F-4D16-AA7F-FBF0AED1BC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CD87F0-7295-A6C5-953B-B78ED25DF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9586415" cy="3600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14">
            <a:extLst>
              <a:ext uri="{FF2B5EF4-FFF2-40B4-BE49-F238E27FC236}">
                <a16:creationId xmlns:a16="http://schemas.microsoft.com/office/drawing/2014/main" id="{1646E722-F9F5-D5A2-A1BF-42BDDE2D1F9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50825" y="666073"/>
            <a:ext cx="9583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  <a:lvl2pPr marL="239712" indent="0">
              <a:buNone/>
              <a:defRPr sz="1800">
                <a:solidFill>
                  <a:schemeClr val="accent1"/>
                </a:solidFill>
              </a:defRPr>
            </a:lvl2pPr>
            <a:lvl3pPr marL="538163" indent="0">
              <a:buNone/>
              <a:defRPr sz="1800">
                <a:solidFill>
                  <a:schemeClr val="accent1"/>
                </a:solidFill>
              </a:defRPr>
            </a:lvl3pPr>
            <a:lvl4pPr marL="719138" indent="0">
              <a:buNone/>
              <a:defRPr sz="1800">
                <a:solidFill>
                  <a:schemeClr val="accent1"/>
                </a:solidFill>
              </a:defRPr>
            </a:lvl4pPr>
            <a:lvl5pPr marL="985837" indent="0">
              <a:buNone/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FDD7CF3-6420-F55D-E388-6DDBB820FCE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9775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box, Safe Space imag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7570CFFD-C2E6-BF79-B3C5-3181239967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7570CFFD-C2E6-BF79-B3C5-3181239967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823" y="1198800"/>
            <a:ext cx="5652000" cy="5040145"/>
          </a:xfrm>
        </p:spPr>
        <p:txBody>
          <a:bodyPr lIns="72000" tIns="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8A849791-6852-4C64-AE72-FB234CCCE27F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6813533" y="1198800"/>
            <a:ext cx="5040000" cy="5040000"/>
          </a:xfrm>
          <a:custGeom>
            <a:avLst/>
            <a:gdLst>
              <a:gd name="connsiteX0" fmla="*/ 991609 w 1983218"/>
              <a:gd name="connsiteY0" fmla="*/ 0 h 1983218"/>
              <a:gd name="connsiteX1" fmla="*/ 1983218 w 1983218"/>
              <a:gd name="connsiteY1" fmla="*/ 991609 h 1983218"/>
              <a:gd name="connsiteX2" fmla="*/ 991679 w 1983218"/>
              <a:gd name="connsiteY2" fmla="*/ 1983218 h 1983218"/>
              <a:gd name="connsiteX3" fmla="*/ 236970 w 1983218"/>
              <a:gd name="connsiteY3" fmla="*/ 1634445 h 1983218"/>
              <a:gd name="connsiteX4" fmla="*/ 303087 w 1983218"/>
              <a:gd name="connsiteY4" fmla="*/ 1615274 h 1983218"/>
              <a:gd name="connsiteX5" fmla="*/ 372492 w 1983218"/>
              <a:gd name="connsiteY5" fmla="*/ 1609677 h 1983218"/>
              <a:gd name="connsiteX6" fmla="*/ 515919 w 1983218"/>
              <a:gd name="connsiteY6" fmla="*/ 1624440 h 1983218"/>
              <a:gd name="connsiteX7" fmla="*/ 637938 w 1983218"/>
              <a:gd name="connsiteY7" fmla="*/ 1637593 h 1983218"/>
              <a:gd name="connsiteX8" fmla="*/ 643955 w 1983218"/>
              <a:gd name="connsiteY8" fmla="*/ 1637523 h 1983218"/>
              <a:gd name="connsiteX9" fmla="*/ 747083 w 1983218"/>
              <a:gd name="connsiteY9" fmla="*/ 1603520 h 1983218"/>
              <a:gd name="connsiteX10" fmla="*/ 816768 w 1983218"/>
              <a:gd name="connsiteY10" fmla="*/ 1511167 h 1983218"/>
              <a:gd name="connsiteX11" fmla="*/ 835448 w 1983218"/>
              <a:gd name="connsiteY11" fmla="*/ 1457994 h 1983218"/>
              <a:gd name="connsiteX12" fmla="*/ 816558 w 1983218"/>
              <a:gd name="connsiteY12" fmla="*/ 1453166 h 1983218"/>
              <a:gd name="connsiteX13" fmla="*/ 810261 w 1983218"/>
              <a:gd name="connsiteY13" fmla="*/ 1465830 h 1983218"/>
              <a:gd name="connsiteX14" fmla="*/ 747083 w 1983218"/>
              <a:gd name="connsiteY14" fmla="*/ 1537893 h 1983218"/>
              <a:gd name="connsiteX15" fmla="*/ 701466 w 1983218"/>
              <a:gd name="connsiteY15" fmla="*/ 1559862 h 1983218"/>
              <a:gd name="connsiteX16" fmla="*/ 627303 w 1983218"/>
              <a:gd name="connsiteY16" fmla="*/ 1568748 h 1983218"/>
              <a:gd name="connsiteX17" fmla="*/ 571192 w 1983218"/>
              <a:gd name="connsiteY17" fmla="*/ 1566789 h 1983218"/>
              <a:gd name="connsiteX18" fmla="*/ 508573 w 1983218"/>
              <a:gd name="connsiteY18" fmla="*/ 1562941 h 1983218"/>
              <a:gd name="connsiteX19" fmla="*/ 443576 w 1983218"/>
              <a:gd name="connsiteY19" fmla="*/ 1560352 h 1983218"/>
              <a:gd name="connsiteX20" fmla="*/ 392922 w 1983218"/>
              <a:gd name="connsiteY20" fmla="*/ 1562871 h 1983218"/>
              <a:gd name="connsiteX21" fmla="*/ 745334 w 1983218"/>
              <a:gd name="connsiteY21" fmla="*/ 1091659 h 1983218"/>
              <a:gd name="connsiteX22" fmla="*/ 301828 w 1983218"/>
              <a:gd name="connsiteY22" fmla="*/ 1091659 h 1983218"/>
              <a:gd name="connsiteX23" fmla="*/ 267125 w 1983218"/>
              <a:gd name="connsiteY23" fmla="*/ 1225291 h 1983218"/>
              <a:gd name="connsiteX24" fmla="*/ 287835 w 1983218"/>
              <a:gd name="connsiteY24" fmla="*/ 1229979 h 1983218"/>
              <a:gd name="connsiteX25" fmla="*/ 293572 w 1983218"/>
              <a:gd name="connsiteY25" fmla="*/ 1218924 h 1983218"/>
              <a:gd name="connsiteX26" fmla="*/ 336950 w 1983218"/>
              <a:gd name="connsiteY26" fmla="*/ 1167361 h 1983218"/>
              <a:gd name="connsiteX27" fmla="*/ 380328 w 1983218"/>
              <a:gd name="connsiteY27" fmla="*/ 1149659 h 1983218"/>
              <a:gd name="connsiteX28" fmla="*/ 485975 w 1983218"/>
              <a:gd name="connsiteY28" fmla="*/ 1141474 h 1983218"/>
              <a:gd name="connsiteX29" fmla="*/ 523755 w 1983218"/>
              <a:gd name="connsiteY29" fmla="*/ 1141544 h 1983218"/>
              <a:gd name="connsiteX30" fmla="*/ 561886 w 1983218"/>
              <a:gd name="connsiteY30" fmla="*/ 1141474 h 1983218"/>
              <a:gd name="connsiteX31" fmla="*/ 210943 w 1983218"/>
              <a:gd name="connsiteY31" fmla="*/ 1602681 h 1983218"/>
              <a:gd name="connsiteX32" fmla="*/ 0 w 1983218"/>
              <a:gd name="connsiteY32" fmla="*/ 991609 h 1983218"/>
              <a:gd name="connsiteX33" fmla="*/ 991609 w 1983218"/>
              <a:gd name="connsiteY33" fmla="*/ 0 h 1983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983218" h="1983218">
                <a:moveTo>
                  <a:pt x="991609" y="0"/>
                </a:moveTo>
                <a:cubicBezTo>
                  <a:pt x="1539293" y="0"/>
                  <a:pt x="1983218" y="443996"/>
                  <a:pt x="1983218" y="991609"/>
                </a:cubicBezTo>
                <a:cubicBezTo>
                  <a:pt x="1983218" y="1539293"/>
                  <a:pt x="1539293" y="1983218"/>
                  <a:pt x="991679" y="1983218"/>
                </a:cubicBezTo>
                <a:cubicBezTo>
                  <a:pt x="689362" y="1983218"/>
                  <a:pt x="418878" y="1847767"/>
                  <a:pt x="236970" y="1634445"/>
                </a:cubicBezTo>
                <a:cubicBezTo>
                  <a:pt x="261668" y="1623390"/>
                  <a:pt x="274122" y="1619822"/>
                  <a:pt x="303087" y="1615274"/>
                </a:cubicBezTo>
                <a:cubicBezTo>
                  <a:pt x="326245" y="1611496"/>
                  <a:pt x="348494" y="1609677"/>
                  <a:pt x="372492" y="1609677"/>
                </a:cubicBezTo>
                <a:cubicBezTo>
                  <a:pt x="408314" y="1609677"/>
                  <a:pt x="444625" y="1613455"/>
                  <a:pt x="515919" y="1624440"/>
                </a:cubicBezTo>
                <a:cubicBezTo>
                  <a:pt x="586024" y="1635144"/>
                  <a:pt x="608693" y="1637593"/>
                  <a:pt x="637938" y="1637593"/>
                </a:cubicBezTo>
                <a:lnTo>
                  <a:pt x="643955" y="1637523"/>
                </a:lnTo>
                <a:cubicBezTo>
                  <a:pt x="683485" y="1636823"/>
                  <a:pt x="716858" y="1625909"/>
                  <a:pt x="747083" y="1603520"/>
                </a:cubicBezTo>
                <a:cubicBezTo>
                  <a:pt x="776468" y="1581831"/>
                  <a:pt x="797807" y="1553425"/>
                  <a:pt x="816768" y="1511167"/>
                </a:cubicBezTo>
                <a:cubicBezTo>
                  <a:pt x="826073" y="1490317"/>
                  <a:pt x="829291" y="1481362"/>
                  <a:pt x="835448" y="1457994"/>
                </a:cubicBezTo>
                <a:lnTo>
                  <a:pt x="816558" y="1453166"/>
                </a:lnTo>
                <a:cubicBezTo>
                  <a:pt x="813969" y="1458763"/>
                  <a:pt x="811660" y="1463031"/>
                  <a:pt x="810261" y="1465830"/>
                </a:cubicBezTo>
                <a:cubicBezTo>
                  <a:pt x="795918" y="1493326"/>
                  <a:pt x="771850" y="1520752"/>
                  <a:pt x="747083" y="1537893"/>
                </a:cubicBezTo>
                <a:cubicBezTo>
                  <a:pt x="732950" y="1547478"/>
                  <a:pt x="717628" y="1554895"/>
                  <a:pt x="701466" y="1559862"/>
                </a:cubicBezTo>
                <a:cubicBezTo>
                  <a:pt x="680546" y="1566229"/>
                  <a:pt x="659557" y="1568748"/>
                  <a:pt x="627303" y="1568748"/>
                </a:cubicBezTo>
                <a:cubicBezTo>
                  <a:pt x="612821" y="1568748"/>
                  <a:pt x="593720" y="1568048"/>
                  <a:pt x="571192" y="1566789"/>
                </a:cubicBezTo>
                <a:lnTo>
                  <a:pt x="508573" y="1562941"/>
                </a:lnTo>
                <a:cubicBezTo>
                  <a:pt x="479608" y="1561262"/>
                  <a:pt x="457849" y="1560352"/>
                  <a:pt x="443576" y="1560352"/>
                </a:cubicBezTo>
                <a:cubicBezTo>
                  <a:pt x="425035" y="1560352"/>
                  <a:pt x="415800" y="1560842"/>
                  <a:pt x="392922" y="1562871"/>
                </a:cubicBezTo>
                <a:lnTo>
                  <a:pt x="745334" y="1091659"/>
                </a:lnTo>
                <a:lnTo>
                  <a:pt x="301828" y="1091659"/>
                </a:lnTo>
                <a:lnTo>
                  <a:pt x="267125" y="1225291"/>
                </a:lnTo>
                <a:lnTo>
                  <a:pt x="287835" y="1229979"/>
                </a:lnTo>
                <a:cubicBezTo>
                  <a:pt x="290283" y="1224871"/>
                  <a:pt x="292242" y="1221303"/>
                  <a:pt x="293572" y="1218924"/>
                </a:cubicBezTo>
                <a:cubicBezTo>
                  <a:pt x="305116" y="1198285"/>
                  <a:pt x="322817" y="1177225"/>
                  <a:pt x="336950" y="1167361"/>
                </a:cubicBezTo>
                <a:cubicBezTo>
                  <a:pt x="348984" y="1158895"/>
                  <a:pt x="363746" y="1152948"/>
                  <a:pt x="380328" y="1149659"/>
                </a:cubicBezTo>
                <a:cubicBezTo>
                  <a:pt x="407684" y="1144342"/>
                  <a:pt x="445605" y="1141474"/>
                  <a:pt x="485975" y="1141474"/>
                </a:cubicBezTo>
                <a:lnTo>
                  <a:pt x="523755" y="1141544"/>
                </a:lnTo>
                <a:lnTo>
                  <a:pt x="561886" y="1141474"/>
                </a:lnTo>
                <a:lnTo>
                  <a:pt x="210943" y="1602681"/>
                </a:lnTo>
                <a:cubicBezTo>
                  <a:pt x="78920" y="1434276"/>
                  <a:pt x="0" y="1222213"/>
                  <a:pt x="0" y="991609"/>
                </a:cubicBezTo>
                <a:cubicBezTo>
                  <a:pt x="0" y="443996"/>
                  <a:pt x="443996" y="0"/>
                  <a:pt x="99160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93FBEF06-3376-4805-93CA-9F93395D9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4" name="Footer Placeholder 3">
            <a:extLst>
              <a:ext uri="{FF2B5EF4-FFF2-40B4-BE49-F238E27FC236}">
                <a16:creationId xmlns:a16="http://schemas.microsoft.com/office/drawing/2014/main" id="{84B6CFBF-971A-45D4-9A48-C535D13B97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324DA5-252C-74DC-1CE5-E576586A4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9586415" cy="3600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14">
            <a:extLst>
              <a:ext uri="{FF2B5EF4-FFF2-40B4-BE49-F238E27FC236}">
                <a16:creationId xmlns:a16="http://schemas.microsoft.com/office/drawing/2014/main" id="{6D8C7CCC-B41F-90D3-9779-A53FAFEBD62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50825" y="666073"/>
            <a:ext cx="9583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  <a:lvl2pPr marL="239712" indent="0">
              <a:buNone/>
              <a:defRPr sz="1800">
                <a:solidFill>
                  <a:schemeClr val="accent1"/>
                </a:solidFill>
              </a:defRPr>
            </a:lvl2pPr>
            <a:lvl3pPr marL="538163" indent="0">
              <a:buNone/>
              <a:defRPr sz="1800">
                <a:solidFill>
                  <a:schemeClr val="accent1"/>
                </a:solidFill>
              </a:defRPr>
            </a:lvl3pPr>
            <a:lvl4pPr marL="719138" indent="0">
              <a:buNone/>
              <a:defRPr sz="1800">
                <a:solidFill>
                  <a:schemeClr val="accent1"/>
                </a:solidFill>
              </a:defRPr>
            </a:lvl4pPr>
            <a:lvl5pPr marL="985837" indent="0">
              <a:buNone/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031E07B-2A7A-AED0-5ABD-760BD61896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107559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box and 3 imag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1A447B7-CC90-A32E-DFC0-7E1E1B168B3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1A447B7-CC90-A32E-DFC0-7E1E1B168B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240E76D1-56AB-41F8-8334-371CEAB4738C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079656" y="1436992"/>
            <a:ext cx="1920000" cy="1920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333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Add picture here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FDFBA93-64DC-4F26-953C-E4271D7A5F2C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871864" y="1436992"/>
            <a:ext cx="1920000" cy="1920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333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Add picture here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33BE1813-D5B5-4415-BB63-F6AD5397276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8688288" y="1436992"/>
            <a:ext cx="1920000" cy="1920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333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Add picture here</a:t>
            </a:r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714EC8C7-A133-478F-BF8B-66FEF67BC7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5" name="Footer Placeholder 3">
            <a:extLst>
              <a:ext uri="{FF2B5EF4-FFF2-40B4-BE49-F238E27FC236}">
                <a16:creationId xmlns:a16="http://schemas.microsoft.com/office/drawing/2014/main" id="{E5C41A63-DFB8-45B3-BA91-86A5B9928F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9ECDE5-FFEA-2A2A-9BE3-3DA819864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9586415" cy="3600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Content Placeholder 14">
            <a:extLst>
              <a:ext uri="{FF2B5EF4-FFF2-40B4-BE49-F238E27FC236}">
                <a16:creationId xmlns:a16="http://schemas.microsoft.com/office/drawing/2014/main" id="{0C1ECCF3-5556-23D4-3836-1A50EBEE4F6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50825" y="666073"/>
            <a:ext cx="9583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  <a:lvl2pPr marL="239712" indent="0">
              <a:buNone/>
              <a:defRPr sz="1800">
                <a:solidFill>
                  <a:schemeClr val="accent1"/>
                </a:solidFill>
              </a:defRPr>
            </a:lvl2pPr>
            <a:lvl3pPr marL="538163" indent="0">
              <a:buNone/>
              <a:defRPr sz="1800">
                <a:solidFill>
                  <a:schemeClr val="accent1"/>
                </a:solidFill>
              </a:defRPr>
            </a:lvl3pPr>
            <a:lvl4pPr marL="719138" indent="0">
              <a:buNone/>
              <a:defRPr sz="1800">
                <a:solidFill>
                  <a:schemeClr val="accent1"/>
                </a:solidFill>
              </a:defRPr>
            </a:lvl4pPr>
            <a:lvl5pPr marL="985837" indent="0">
              <a:buNone/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subtitle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A31730F-3B9B-75DA-6705-90541C0E25C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5090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63CF824-0541-B29E-8E4D-682D7B6A2E1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63CF824-0541-B29E-8E4D-682D7B6A2E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80660FE9-7058-445A-A87D-587C9395E97C}"/>
              </a:ext>
            </a:extLst>
          </p:cNvPr>
          <p:cNvSpPr/>
          <p:nvPr userDrawn="1"/>
        </p:nvSpPr>
        <p:spPr>
          <a:xfrm>
            <a:off x="8234008" y="0"/>
            <a:ext cx="3960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/>
            <a:endParaRPr lang="en-US" sz="1000">
              <a:latin typeface="+mn-lt"/>
              <a:cs typeface="Arial" panose="020B0604020202020204" pitchFamily="34" charset="0"/>
            </a:endParaRP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33BE1813-D5B5-4415-BB63-F6AD5397276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9254008" y="1509000"/>
            <a:ext cx="1920000" cy="1920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333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Add picture here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22F76E53-ED3E-4712-828A-462700FD5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4" y="1206178"/>
            <a:ext cx="7621515" cy="5040145"/>
          </a:xfrm>
        </p:spPr>
        <p:txBody>
          <a:bodyPr lIns="72000" tIns="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E83A98D-348B-40D1-B8DE-954D062DE5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454A9A-E833-4775-8C2D-33EB42BCE6B5}"/>
              </a:ext>
            </a:extLst>
          </p:cNvPr>
          <p:cNvSpPr txBox="1"/>
          <p:nvPr userDrawn="1"/>
        </p:nvSpPr>
        <p:spPr>
          <a:xfrm>
            <a:off x="11158230" y="6548967"/>
            <a:ext cx="699337" cy="14356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sz="900">
                <a:latin typeface="+mn-lt"/>
                <a:cs typeface="Arial" panose="020B0604020202020204" pitchFamily="34" charset="0"/>
              </a:rPr>
              <a:t>© Zurich</a:t>
            </a:r>
          </a:p>
        </p:txBody>
      </p:sp>
      <p:sp>
        <p:nvSpPr>
          <p:cNvPr id="36" name="Footer Placeholder 3">
            <a:extLst>
              <a:ext uri="{FF2B5EF4-FFF2-40B4-BE49-F238E27FC236}">
                <a16:creationId xmlns:a16="http://schemas.microsoft.com/office/drawing/2014/main" id="{D4697806-E525-43F1-B233-E030C6B5FB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FB431D7-B606-4E7E-44D7-8C0E48BF1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7621513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14">
            <a:extLst>
              <a:ext uri="{FF2B5EF4-FFF2-40B4-BE49-F238E27FC236}">
                <a16:creationId xmlns:a16="http://schemas.microsoft.com/office/drawing/2014/main" id="{FA72DD7E-DFC5-8204-E32E-7DAE6E4AF9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50825" y="666073"/>
            <a:ext cx="9583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  <a:lvl2pPr marL="239712" indent="0">
              <a:buNone/>
              <a:defRPr sz="1800">
                <a:solidFill>
                  <a:schemeClr val="accent1"/>
                </a:solidFill>
              </a:defRPr>
            </a:lvl2pPr>
            <a:lvl3pPr marL="538163" indent="0">
              <a:buNone/>
              <a:defRPr sz="1800">
                <a:solidFill>
                  <a:schemeClr val="accent1"/>
                </a:solidFill>
              </a:defRPr>
            </a:lvl3pPr>
            <a:lvl4pPr marL="719138" indent="0">
              <a:buNone/>
              <a:defRPr sz="1800">
                <a:solidFill>
                  <a:schemeClr val="accent1"/>
                </a:solidFill>
              </a:defRPr>
            </a:lvl4pPr>
            <a:lvl5pPr marL="985837" indent="0">
              <a:buNone/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subtitle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59E6F51-3CC1-054E-AC22-DEC17C9E8D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472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57A200D9-EAA9-B39A-6954-5AB51DB1E7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57A200D9-EAA9-B39A-6954-5AB51DB1E7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613BA4-3F37-477A-9F83-816FFC375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Footer Placeholder 3">
            <a:extLst>
              <a:ext uri="{FF2B5EF4-FFF2-40B4-BE49-F238E27FC236}">
                <a16:creationId xmlns:a16="http://schemas.microsoft.com/office/drawing/2014/main" id="{3866945B-F4D3-4972-8A47-C02C9E2AC9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830DE1-3CC4-FD69-2FFB-1DCBD784C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9586415" cy="3600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25828A9-363D-89E8-7198-DE8C7CB7AD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101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2F1406EC-9BFF-3460-49A6-84F969C645E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2F1406EC-9BFF-3460-49A6-84F969C645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Graphic 18">
            <a:extLst>
              <a:ext uri="{FF2B5EF4-FFF2-40B4-BE49-F238E27FC236}">
                <a16:creationId xmlns:a16="http://schemas.microsoft.com/office/drawing/2014/main" id="{9E2366D4-7C96-A33F-7E29-165126626D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999" y="1198800"/>
            <a:ext cx="11678400" cy="5040000"/>
          </a:xfrm>
        </p:spPr>
        <p:txBody>
          <a:bodyPr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9DEE29F2-F280-4686-A9A8-395944373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F71481AB-279E-41C8-ACA9-C2DA8D6056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18E30B75-9CF0-0775-B941-FE7D212DB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9583200" cy="3600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EE267CE-325C-462B-BBBE-BB1B3ABD1F8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50825" y="666073"/>
            <a:ext cx="9583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  <a:lvl2pPr marL="239712" indent="0">
              <a:buNone/>
              <a:defRPr sz="1800">
                <a:solidFill>
                  <a:schemeClr val="accent1"/>
                </a:solidFill>
              </a:defRPr>
            </a:lvl2pPr>
            <a:lvl3pPr marL="538163" indent="0">
              <a:buNone/>
              <a:defRPr sz="1800">
                <a:solidFill>
                  <a:schemeClr val="accent1"/>
                </a:solidFill>
              </a:defRPr>
            </a:lvl3pPr>
            <a:lvl4pPr marL="719138" indent="0">
              <a:buNone/>
              <a:defRPr sz="1800">
                <a:solidFill>
                  <a:schemeClr val="accent1"/>
                </a:solidFill>
              </a:defRPr>
            </a:lvl4pPr>
            <a:lvl5pPr marL="985837" indent="0">
              <a:buNone/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655440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,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083AD1AD-1FBD-FFA9-D7EA-C0C4A69C409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083AD1AD-1FBD-FFA9-D7EA-C0C4A69C40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B8922-F046-4949-89A1-82828F430E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A51A83C0-E586-4207-B521-E42A4141A0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F623B1-1C7B-34B7-5D56-8D03EB4CE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9586415" cy="3600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1165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1709222-DABD-4836-DB55-D5C6C9DA4B5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1709222-DABD-4836-DB55-D5C6C9DA4B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1605E3C-D76A-4678-9277-BF9E2085756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48128" y="1442037"/>
            <a:ext cx="4320000" cy="4320000"/>
          </a:xfrm>
          <a:prstGeom prst="ellipse">
            <a:avLst/>
          </a:prstGeom>
        </p:spPr>
        <p:txBody>
          <a:bodyPr/>
          <a:lstStyle>
            <a:lvl1pPr algn="ctr">
              <a:buNone/>
              <a:defRPr b="0" i="0">
                <a:solidFill>
                  <a:srgbClr val="1C67AF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Add a picture here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A6366AC5-1BE2-4E7D-B883-89CAF96B32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FC885360-8473-4699-801C-9B04E3D233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0825" y="2526835"/>
            <a:ext cx="6722148" cy="2242079"/>
          </a:xfrm>
        </p:spPr>
        <p:txBody>
          <a:bodyPr vert="horz" anchor="b">
            <a:noAutofit/>
          </a:bodyPr>
          <a:lstStyle>
            <a:lvl1pPr algn="l">
              <a:defRPr sz="36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A57272B1-D4B7-4B27-9A7A-1EB4697DECEC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250825" y="4948301"/>
            <a:ext cx="6719063" cy="1283999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section subtitle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BD5901E-5EDC-03E0-069C-4C3ED6107E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6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9497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CAA513D-C9B5-A544-B9C4-B9D09DB6E1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CAA513D-C9B5-A544-B9C4-B9D09DB6E1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8BACFF7A-0A26-4F0A-A400-3AF2010686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0825" y="2526835"/>
            <a:ext cx="6722148" cy="2242079"/>
          </a:xfrm>
        </p:spPr>
        <p:txBody>
          <a:bodyPr vert="horz" anchor="b">
            <a:noAutofit/>
          </a:bodyPr>
          <a:lstStyle>
            <a:lvl1pPr algn="l">
              <a:defRPr sz="36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D52D574-4430-4847-B932-BA1C1DC56322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250825" y="4948301"/>
            <a:ext cx="6719063" cy="1283999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section subtitle 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6C2690B3-34BA-4DEA-AD15-F9112DF422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984F962-CC9E-0228-69C4-D1ACF5895DF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6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3711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8A9E0DE-846D-FF38-B2EC-DA3678E2E7E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8A9E0DE-846D-FF38-B2EC-DA3678E2E7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8BACFF7A-0A26-4F0A-A400-3AF2010686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0825" y="2526835"/>
            <a:ext cx="6722148" cy="2242079"/>
          </a:xfrm>
        </p:spPr>
        <p:txBody>
          <a:bodyPr vert="horz" anchor="b">
            <a:noAutofit/>
          </a:bodyPr>
          <a:lstStyle>
            <a:lvl1pPr algn="l">
              <a:defRPr sz="3600">
                <a:solidFill>
                  <a:schemeClr val="accent5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D52D574-4430-4847-B932-BA1C1DC56322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250825" y="4948301"/>
            <a:ext cx="6719063" cy="1283999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5"/>
                </a:solidFill>
                <a:latin typeface="+mn-lt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207E0EDD-CE7D-485D-90AA-EB92659F4C2E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9061251" y="1902437"/>
            <a:ext cx="3120000" cy="3120000"/>
          </a:xfrm>
          <a:prstGeom prst="ellipse">
            <a:avLst/>
          </a:prstGeom>
        </p:spPr>
        <p:txBody>
          <a:bodyPr/>
          <a:lstStyle>
            <a:lvl1pPr algn="ctr">
              <a:buNone/>
              <a:defRPr b="0" i="0">
                <a:solidFill>
                  <a:schemeClr val="accent5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Add a picture here</a:t>
            </a:r>
          </a:p>
        </p:txBody>
      </p:sp>
      <p:sp>
        <p:nvSpPr>
          <p:cNvPr id="16" name="Freeform 12">
            <a:extLst>
              <a:ext uri="{FF2B5EF4-FFF2-40B4-BE49-F238E27FC236}">
                <a16:creationId xmlns:a16="http://schemas.microsoft.com/office/drawing/2014/main" id="{CDD94F9F-17AF-4158-8273-144D6BB8BFBA}"/>
              </a:ext>
            </a:extLst>
          </p:cNvPr>
          <p:cNvSpPr/>
          <p:nvPr userDrawn="1"/>
        </p:nvSpPr>
        <p:spPr bwMode="auto">
          <a:xfrm rot="735038">
            <a:off x="9719774" y="4974386"/>
            <a:ext cx="933047" cy="469973"/>
          </a:xfrm>
          <a:custGeom>
            <a:avLst/>
            <a:gdLst>
              <a:gd name="connsiteX0" fmla="*/ 531 w 1423686"/>
              <a:gd name="connsiteY0" fmla="*/ 0 h 717107"/>
              <a:gd name="connsiteX1" fmla="*/ 1423155 w 1423686"/>
              <a:gd name="connsiteY1" fmla="*/ 0 h 717107"/>
              <a:gd name="connsiteX2" fmla="*/ 1423686 w 1423686"/>
              <a:gd name="connsiteY2" fmla="*/ 5264 h 717107"/>
              <a:gd name="connsiteX3" fmla="*/ 711843 w 1423686"/>
              <a:gd name="connsiteY3" fmla="*/ 717107 h 717107"/>
              <a:gd name="connsiteX4" fmla="*/ 0 w 1423686"/>
              <a:gd name="connsiteY4" fmla="*/ 5264 h 717107"/>
              <a:gd name="connsiteX5" fmla="*/ 531 w 1423686"/>
              <a:gd name="connsiteY5" fmla="*/ 0 h 7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3686" h="717107">
                <a:moveTo>
                  <a:pt x="531" y="0"/>
                </a:moveTo>
                <a:lnTo>
                  <a:pt x="1423155" y="0"/>
                </a:lnTo>
                <a:lnTo>
                  <a:pt x="1423686" y="5264"/>
                </a:lnTo>
                <a:cubicBezTo>
                  <a:pt x="1423686" y="398404"/>
                  <a:pt x="1104983" y="717107"/>
                  <a:pt x="711843" y="717107"/>
                </a:cubicBezTo>
                <a:cubicBezTo>
                  <a:pt x="318703" y="717107"/>
                  <a:pt x="0" y="398404"/>
                  <a:pt x="0" y="5264"/>
                </a:cubicBezTo>
                <a:lnTo>
                  <a:pt x="531" y="0"/>
                </a:lnTo>
                <a:close/>
              </a:path>
            </a:pathLst>
          </a:custGeom>
          <a:solidFill>
            <a:schemeClr val="accent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400" b="0" i="0" u="none" strike="noStrike" cap="none" normalizeH="0" baseline="0">
              <a:ln>
                <a:noFill/>
              </a:ln>
              <a:solidFill>
                <a:schemeClr val="accent6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03EA52F0-9F47-4C1A-A653-1F060850BB16}"/>
              </a:ext>
            </a:extLst>
          </p:cNvPr>
          <p:cNvSpPr/>
          <p:nvPr userDrawn="1"/>
        </p:nvSpPr>
        <p:spPr bwMode="auto">
          <a:xfrm rot="8315714" flipH="1">
            <a:off x="9180227" y="5547933"/>
            <a:ext cx="1677271" cy="863308"/>
          </a:xfrm>
          <a:custGeom>
            <a:avLst/>
            <a:gdLst>
              <a:gd name="connsiteX0" fmla="*/ 531 w 1423686"/>
              <a:gd name="connsiteY0" fmla="*/ 0 h 717107"/>
              <a:gd name="connsiteX1" fmla="*/ 1423155 w 1423686"/>
              <a:gd name="connsiteY1" fmla="*/ 0 h 717107"/>
              <a:gd name="connsiteX2" fmla="*/ 1423686 w 1423686"/>
              <a:gd name="connsiteY2" fmla="*/ 5264 h 717107"/>
              <a:gd name="connsiteX3" fmla="*/ 711843 w 1423686"/>
              <a:gd name="connsiteY3" fmla="*/ 717107 h 717107"/>
              <a:gd name="connsiteX4" fmla="*/ 0 w 1423686"/>
              <a:gd name="connsiteY4" fmla="*/ 5264 h 717107"/>
              <a:gd name="connsiteX5" fmla="*/ 531 w 1423686"/>
              <a:gd name="connsiteY5" fmla="*/ 0 h 7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3686" h="717107">
                <a:moveTo>
                  <a:pt x="531" y="0"/>
                </a:moveTo>
                <a:lnTo>
                  <a:pt x="1423155" y="0"/>
                </a:lnTo>
                <a:lnTo>
                  <a:pt x="1423686" y="5264"/>
                </a:lnTo>
                <a:cubicBezTo>
                  <a:pt x="1423686" y="398404"/>
                  <a:pt x="1104983" y="717107"/>
                  <a:pt x="711843" y="717107"/>
                </a:cubicBezTo>
                <a:cubicBezTo>
                  <a:pt x="318703" y="717107"/>
                  <a:pt x="0" y="398404"/>
                  <a:pt x="0" y="5264"/>
                </a:cubicBezTo>
                <a:lnTo>
                  <a:pt x="531" y="0"/>
                </a:lnTo>
                <a:close/>
              </a:path>
            </a:pathLst>
          </a:cu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400" b="0" i="0" u="none" strike="noStrike" cap="none" normalizeH="0" baseline="0">
              <a:ln>
                <a:noFill/>
              </a:ln>
              <a:solidFill>
                <a:schemeClr val="accent6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AED791D-1518-403F-BA5A-79F94E7CDCCB}"/>
              </a:ext>
            </a:extLst>
          </p:cNvPr>
          <p:cNvSpPr>
            <a:spLocks noChangeAspect="1"/>
          </p:cNvSpPr>
          <p:nvPr userDrawn="1"/>
        </p:nvSpPr>
        <p:spPr bwMode="auto">
          <a:xfrm rot="5400000">
            <a:off x="10403602" y="5983124"/>
            <a:ext cx="875301" cy="874456"/>
          </a:xfrm>
          <a:prstGeom prst="ellipse">
            <a:avLst/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400" b="0" i="0" u="none" strike="noStrike" cap="none" normalizeH="0" baseline="0">
              <a:ln>
                <a:noFill/>
              </a:ln>
              <a:solidFill>
                <a:schemeClr val="accent6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4649C4-0FE0-4E4D-B386-F39D40C28AE9}"/>
              </a:ext>
            </a:extLst>
          </p:cNvPr>
          <p:cNvSpPr txBox="1"/>
          <p:nvPr userDrawn="1"/>
        </p:nvSpPr>
        <p:spPr>
          <a:xfrm>
            <a:off x="11158230" y="6548967"/>
            <a:ext cx="699337" cy="14356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sz="900">
                <a:solidFill>
                  <a:schemeClr val="accent6"/>
                </a:solidFill>
                <a:latin typeface="+mn-lt"/>
                <a:cs typeface="Arial" panose="020B0604020202020204" pitchFamily="34" charset="0"/>
              </a:rPr>
              <a:t>© Zurich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F7F0AF8-1804-46CE-C00E-14D625846D5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6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9469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Agenda with Photo Full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61B6059-6ABE-6B2B-EA1A-ADA8A0CF1B2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343650" y="-1"/>
            <a:ext cx="5848350" cy="6877489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Add picture</a:t>
            </a:r>
          </a:p>
          <a:p>
            <a:endParaRPr lang="en-US"/>
          </a:p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2612E8A-D39D-AFC4-539F-57D39BB2E5DE}"/>
              </a:ext>
            </a:extLst>
          </p:cNvPr>
          <p:cNvGrpSpPr/>
          <p:nvPr userDrawn="1"/>
        </p:nvGrpSpPr>
        <p:grpSpPr>
          <a:xfrm>
            <a:off x="3500388" y="5065685"/>
            <a:ext cx="2718512" cy="1801046"/>
            <a:chOff x="-18718" y="4879807"/>
            <a:chExt cx="2978474" cy="1973274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84C8F02-18A9-5A3B-38F7-52925B1B5667}"/>
                </a:ext>
              </a:extLst>
            </p:cNvPr>
            <p:cNvSpPr/>
            <p:nvPr/>
          </p:nvSpPr>
          <p:spPr bwMode="auto">
            <a:xfrm rot="8100000">
              <a:off x="118982" y="5812333"/>
              <a:ext cx="1343495" cy="676626"/>
            </a:xfrm>
            <a:custGeom>
              <a:avLst/>
              <a:gdLst>
                <a:gd name="connsiteX0" fmla="*/ 531 w 1423686"/>
                <a:gd name="connsiteY0" fmla="*/ 0 h 717107"/>
                <a:gd name="connsiteX1" fmla="*/ 1423155 w 1423686"/>
                <a:gd name="connsiteY1" fmla="*/ 0 h 717107"/>
                <a:gd name="connsiteX2" fmla="*/ 1423686 w 1423686"/>
                <a:gd name="connsiteY2" fmla="*/ 5264 h 717107"/>
                <a:gd name="connsiteX3" fmla="*/ 711843 w 1423686"/>
                <a:gd name="connsiteY3" fmla="*/ 717107 h 717107"/>
                <a:gd name="connsiteX4" fmla="*/ 0 w 1423686"/>
                <a:gd name="connsiteY4" fmla="*/ 5264 h 717107"/>
                <a:gd name="connsiteX5" fmla="*/ 531 w 1423686"/>
                <a:gd name="connsiteY5" fmla="*/ 0 h 717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3686" h="717107">
                  <a:moveTo>
                    <a:pt x="531" y="0"/>
                  </a:moveTo>
                  <a:lnTo>
                    <a:pt x="1423155" y="0"/>
                  </a:lnTo>
                  <a:lnTo>
                    <a:pt x="1423686" y="5264"/>
                  </a:lnTo>
                  <a:cubicBezTo>
                    <a:pt x="1423686" y="398404"/>
                    <a:pt x="1104983" y="717107"/>
                    <a:pt x="711843" y="717107"/>
                  </a:cubicBezTo>
                  <a:cubicBezTo>
                    <a:pt x="318703" y="717107"/>
                    <a:pt x="0" y="398404"/>
                    <a:pt x="0" y="5264"/>
                  </a:cubicBezTo>
                  <a:lnTo>
                    <a:pt x="531" y="0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68571" tIns="34286" rIns="68571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68570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ES" sz="1500" b="0" i="0" u="none" strike="noStrike" cap="none" normalizeH="0" baseline="0">
                <a:ln>
                  <a:noFill/>
                </a:ln>
                <a:effectLst/>
                <a:latin typeface="Zurich Sans" panose="02000000000000000000" pitchFamily="2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4F81880-DE44-98DC-9BCC-4040D2E32991}"/>
                </a:ext>
              </a:extLst>
            </p:cNvPr>
            <p:cNvSpPr/>
            <p:nvPr/>
          </p:nvSpPr>
          <p:spPr bwMode="auto">
            <a:xfrm>
              <a:off x="1213390" y="5921919"/>
              <a:ext cx="932183" cy="93116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68571" tIns="34286" rIns="68571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68570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ES" sz="1500" b="0" i="0" u="none" strike="noStrike" cap="none" normalizeH="0" baseline="0">
                <a:ln>
                  <a:noFill/>
                </a:ln>
                <a:effectLst/>
                <a:latin typeface="Zurich Sans" panose="02000000000000000000" pitchFamily="2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F044A4F-7E78-5CC3-BB7B-4DDF4F2A27B5}"/>
                </a:ext>
              </a:extLst>
            </p:cNvPr>
            <p:cNvSpPr/>
            <p:nvPr/>
          </p:nvSpPr>
          <p:spPr bwMode="auto">
            <a:xfrm>
              <a:off x="-18718" y="6437357"/>
              <a:ext cx="416072" cy="415724"/>
            </a:xfrm>
            <a:prstGeom prst="ellipse">
              <a:avLst/>
            </a:prstGeom>
            <a:solidFill>
              <a:schemeClr val="accent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68571" tIns="34286" rIns="68571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68570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ES" sz="1500" b="0" i="0" u="none" strike="noStrike" cap="none" normalizeH="0" baseline="0">
                <a:ln>
                  <a:noFill/>
                </a:ln>
                <a:effectLst/>
                <a:latin typeface="Zurich Sans" panose="02000000000000000000" pitchFamily="2" charset="0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CB995AB-6B53-E2F8-6C56-3CEBCA763892}"/>
                </a:ext>
              </a:extLst>
            </p:cNvPr>
            <p:cNvSpPr/>
            <p:nvPr/>
          </p:nvSpPr>
          <p:spPr bwMode="auto">
            <a:xfrm rot="13500000">
              <a:off x="1513092" y="5357370"/>
              <a:ext cx="1924227" cy="969101"/>
            </a:xfrm>
            <a:custGeom>
              <a:avLst/>
              <a:gdLst>
                <a:gd name="connsiteX0" fmla="*/ 531 w 1423686"/>
                <a:gd name="connsiteY0" fmla="*/ 0 h 717107"/>
                <a:gd name="connsiteX1" fmla="*/ 1423155 w 1423686"/>
                <a:gd name="connsiteY1" fmla="*/ 0 h 717107"/>
                <a:gd name="connsiteX2" fmla="*/ 1423686 w 1423686"/>
                <a:gd name="connsiteY2" fmla="*/ 5264 h 717107"/>
                <a:gd name="connsiteX3" fmla="*/ 711843 w 1423686"/>
                <a:gd name="connsiteY3" fmla="*/ 717107 h 717107"/>
                <a:gd name="connsiteX4" fmla="*/ 0 w 1423686"/>
                <a:gd name="connsiteY4" fmla="*/ 5264 h 717107"/>
                <a:gd name="connsiteX5" fmla="*/ 531 w 1423686"/>
                <a:gd name="connsiteY5" fmla="*/ 0 h 717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3686" h="717107">
                  <a:moveTo>
                    <a:pt x="531" y="0"/>
                  </a:moveTo>
                  <a:lnTo>
                    <a:pt x="1423155" y="0"/>
                  </a:lnTo>
                  <a:lnTo>
                    <a:pt x="1423686" y="5264"/>
                  </a:lnTo>
                  <a:cubicBezTo>
                    <a:pt x="1423686" y="398404"/>
                    <a:pt x="1104983" y="717107"/>
                    <a:pt x="711843" y="717107"/>
                  </a:cubicBezTo>
                  <a:cubicBezTo>
                    <a:pt x="318703" y="717107"/>
                    <a:pt x="0" y="398404"/>
                    <a:pt x="0" y="5264"/>
                  </a:cubicBezTo>
                  <a:lnTo>
                    <a:pt x="531" y="0"/>
                  </a:lnTo>
                  <a:close/>
                </a:path>
              </a:pathLst>
            </a:custGeom>
            <a:solidFill>
              <a:srgbClr val="2167AE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68571" tIns="34286" rIns="68571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68570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ES" sz="1500" b="0" i="0" u="none" strike="noStrike" cap="none" normalizeH="0" baseline="0">
                <a:ln>
                  <a:noFill/>
                </a:ln>
                <a:effectLst/>
                <a:latin typeface="Zurich Sans" panose="02000000000000000000" pitchFamily="2" charset="0"/>
              </a:endParaRPr>
            </a:p>
          </p:txBody>
        </p:sp>
      </p:grp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2E48DA8B-B36B-F147-BA19-ADE851F826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 hasCustomPrompt="1"/>
          </p:nvPr>
        </p:nvSpPr>
        <p:spPr>
          <a:xfrm>
            <a:off x="1181419" y="1400896"/>
            <a:ext cx="4756392" cy="626997"/>
          </a:xfrm>
          <a:prstGeom prst="rect">
            <a:avLst/>
          </a:prstGeom>
        </p:spPr>
        <p:txBody>
          <a:bodyPr lIns="0" rIns="0" anchor="t"/>
          <a:lstStyle>
            <a:lvl1pPr marL="0" marR="0" indent="0" algn="l" defTabSz="914256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1C67AF"/>
              </a:buClr>
              <a:buSzPct val="100000"/>
              <a:buFont typeface="+mj-lt"/>
              <a:buNone/>
              <a:tabLst/>
              <a:defRPr sz="2400" b="0" i="0">
                <a:solidFill>
                  <a:srgbClr val="2167AE"/>
                </a:solidFill>
                <a:latin typeface="Zurich Sans Light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/>
              <a:t>Add title</a:t>
            </a:r>
          </a:p>
        </p:txBody>
      </p:sp>
      <p:sp>
        <p:nvSpPr>
          <p:cNvPr id="45" name="Text Placeholder 16">
            <a:extLst>
              <a:ext uri="{FF2B5EF4-FFF2-40B4-BE49-F238E27FC236}">
                <a16:creationId xmlns:a16="http://schemas.microsoft.com/office/drawing/2014/main" id="{29A7BAEB-07E6-A156-1842-734FA654EA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1181418" y="2204670"/>
            <a:ext cx="4756392" cy="626997"/>
          </a:xfrm>
          <a:prstGeom prst="rect">
            <a:avLst/>
          </a:prstGeom>
        </p:spPr>
        <p:txBody>
          <a:bodyPr lIns="0" rIns="0" anchor="t"/>
          <a:lstStyle>
            <a:lvl1pPr marL="0" marR="0" indent="0" algn="l" defTabSz="914256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1C67AF"/>
              </a:buClr>
              <a:buSzPct val="100000"/>
              <a:buFont typeface="+mj-lt"/>
              <a:buNone/>
              <a:tabLst/>
              <a:defRPr sz="2400" b="0" i="0">
                <a:solidFill>
                  <a:srgbClr val="2167AE"/>
                </a:solidFill>
                <a:latin typeface="Zurich Sans Light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/>
              <a:t>Add title</a:t>
            </a:r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52855FB2-6F1F-3A63-F0D2-EA1EDBAD9A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1181417" y="3008444"/>
            <a:ext cx="4756392" cy="626997"/>
          </a:xfrm>
          <a:prstGeom prst="rect">
            <a:avLst/>
          </a:prstGeom>
        </p:spPr>
        <p:txBody>
          <a:bodyPr lIns="0" rIns="0" anchor="t"/>
          <a:lstStyle>
            <a:lvl1pPr marL="0" marR="0" indent="0" algn="l" defTabSz="914256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1C67AF"/>
              </a:buClr>
              <a:buSzPct val="100000"/>
              <a:buFont typeface="+mj-lt"/>
              <a:buNone/>
              <a:tabLst/>
              <a:defRPr sz="2400" b="0" i="0">
                <a:solidFill>
                  <a:srgbClr val="2167AE"/>
                </a:solidFill>
                <a:latin typeface="Zurich Sans Light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/>
              <a:t>Add title</a:t>
            </a:r>
          </a:p>
        </p:txBody>
      </p:sp>
      <p:sp>
        <p:nvSpPr>
          <p:cNvPr id="47" name="Text Placeholder 16">
            <a:extLst>
              <a:ext uri="{FF2B5EF4-FFF2-40B4-BE49-F238E27FC236}">
                <a16:creationId xmlns:a16="http://schemas.microsoft.com/office/drawing/2014/main" id="{9816610D-9B22-8615-8683-D7A784A68A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1181417" y="3812218"/>
            <a:ext cx="4756392" cy="626997"/>
          </a:xfrm>
          <a:prstGeom prst="rect">
            <a:avLst/>
          </a:prstGeom>
        </p:spPr>
        <p:txBody>
          <a:bodyPr lIns="0" rIns="0" anchor="t"/>
          <a:lstStyle>
            <a:lvl1pPr marL="0" marR="0" indent="0" algn="l" defTabSz="914256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1C67AF"/>
              </a:buClr>
              <a:buSzPct val="100000"/>
              <a:buFont typeface="+mj-lt"/>
              <a:buNone/>
              <a:tabLst/>
              <a:defRPr sz="2400" b="0" i="0">
                <a:solidFill>
                  <a:srgbClr val="2167AE"/>
                </a:solidFill>
                <a:latin typeface="Zurich Sans Light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/>
              <a:t>Add title</a:t>
            </a:r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AC1D5AD0-D199-4B88-B4D4-EC04DAA1CB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" hasCustomPrompt="1"/>
          </p:nvPr>
        </p:nvSpPr>
        <p:spPr>
          <a:xfrm>
            <a:off x="1193978" y="4615992"/>
            <a:ext cx="4756392" cy="626997"/>
          </a:xfrm>
          <a:prstGeom prst="rect">
            <a:avLst/>
          </a:prstGeom>
        </p:spPr>
        <p:txBody>
          <a:bodyPr lIns="0" rIns="0" anchor="t"/>
          <a:lstStyle>
            <a:lvl1pPr marL="0" marR="0" indent="0" algn="l" defTabSz="914256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1C67AF"/>
              </a:buClr>
              <a:buSzPct val="100000"/>
              <a:buFont typeface="+mj-lt"/>
              <a:buNone/>
              <a:tabLst/>
              <a:defRPr sz="2400" b="0" i="0">
                <a:solidFill>
                  <a:srgbClr val="2167AE"/>
                </a:solidFill>
                <a:latin typeface="Zurich Sans Light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/>
              <a:t>Add title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7E90624-4015-D86A-099E-49A760F8927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985386" y="2287606"/>
            <a:ext cx="0" cy="48908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33D159D-7CB8-506C-C2CB-80020BBC839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985386" y="1481694"/>
            <a:ext cx="0" cy="48908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5163133-14B9-F749-89ED-2485A61E726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985386" y="3092171"/>
            <a:ext cx="0" cy="48908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1EF1DD3-77C8-58F1-9651-70AE2212480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985386" y="3892597"/>
            <a:ext cx="0" cy="48908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1A6784D-CE9F-B3EE-CBF9-D538328DA61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985386" y="4660355"/>
            <a:ext cx="0" cy="48908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itle 1">
            <a:extLst>
              <a:ext uri="{FF2B5EF4-FFF2-40B4-BE49-F238E27FC236}">
                <a16:creationId xmlns:a16="http://schemas.microsoft.com/office/drawing/2014/main" id="{DCFC3CCD-0C6E-F45C-85E0-B26ED42916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843" y="334464"/>
            <a:ext cx="5602528" cy="332399"/>
          </a:xfrm>
          <a:prstGeom prst="rect">
            <a:avLst/>
          </a:prstGeom>
        </p:spPr>
        <p:txBody>
          <a:bodyPr lIns="0" anchor="t"/>
          <a:lstStyle>
            <a:lvl1pPr>
              <a:defRPr b="0" i="0">
                <a:solidFill>
                  <a:srgbClr val="2167AE"/>
                </a:solidFill>
                <a:latin typeface="Zurich Sans Light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GB" noProof="0"/>
              <a:t>Agenda or content page</a:t>
            </a:r>
          </a:p>
        </p:txBody>
      </p:sp>
      <p:sp>
        <p:nvSpPr>
          <p:cNvPr id="54" name="Text Placeholder 16">
            <a:extLst>
              <a:ext uri="{FF2B5EF4-FFF2-40B4-BE49-F238E27FC236}">
                <a16:creationId xmlns:a16="http://schemas.microsoft.com/office/drawing/2014/main" id="{2961E2F6-6DAB-51B5-7344-E7AB88F4CD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2" hasCustomPrompt="1"/>
          </p:nvPr>
        </p:nvSpPr>
        <p:spPr>
          <a:xfrm>
            <a:off x="484905" y="4294787"/>
            <a:ext cx="477238" cy="1048867"/>
          </a:xfrm>
          <a:prstGeom prst="rect">
            <a:avLst/>
          </a:prstGeom>
        </p:spPr>
        <p:txBody>
          <a:bodyPr lIns="0" rIns="0" anchor="t"/>
          <a:lstStyle>
            <a:lvl1pPr marL="0" marR="0" indent="0" algn="l" defTabSz="914256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1C67AF"/>
              </a:buClr>
              <a:buSzPct val="100000"/>
              <a:buFont typeface="+mj-lt"/>
              <a:buNone/>
              <a:tabLst/>
              <a:defRPr sz="4800" b="0" i="0">
                <a:solidFill>
                  <a:srgbClr val="2167AE"/>
                </a:solidFill>
                <a:latin typeface="Zurich Sans Light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/>
              <a:t>5</a:t>
            </a:r>
          </a:p>
        </p:txBody>
      </p:sp>
      <p:sp>
        <p:nvSpPr>
          <p:cNvPr id="55" name="Text Placeholder 16">
            <a:extLst>
              <a:ext uri="{FF2B5EF4-FFF2-40B4-BE49-F238E27FC236}">
                <a16:creationId xmlns:a16="http://schemas.microsoft.com/office/drawing/2014/main" id="{E1E8F517-D784-A447-6E27-9BA2C668D1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3" hasCustomPrompt="1"/>
          </p:nvPr>
        </p:nvSpPr>
        <p:spPr>
          <a:xfrm>
            <a:off x="495062" y="3526485"/>
            <a:ext cx="477238" cy="1048867"/>
          </a:xfrm>
          <a:prstGeom prst="rect">
            <a:avLst/>
          </a:prstGeom>
        </p:spPr>
        <p:txBody>
          <a:bodyPr lIns="0" rIns="0" anchor="t"/>
          <a:lstStyle>
            <a:lvl1pPr marL="0" marR="0" indent="0" algn="l" defTabSz="914256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1C67AF"/>
              </a:buClr>
              <a:buSzPct val="100000"/>
              <a:buFont typeface="+mj-lt"/>
              <a:buNone/>
              <a:tabLst/>
              <a:defRPr sz="4800" b="0" i="0">
                <a:solidFill>
                  <a:srgbClr val="2167AE"/>
                </a:solidFill>
                <a:latin typeface="Zurich Sans Light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/>
              <a:t>4</a:t>
            </a:r>
          </a:p>
        </p:txBody>
      </p:sp>
      <p:sp>
        <p:nvSpPr>
          <p:cNvPr id="56" name="Text Placeholder 16">
            <a:extLst>
              <a:ext uri="{FF2B5EF4-FFF2-40B4-BE49-F238E27FC236}">
                <a16:creationId xmlns:a16="http://schemas.microsoft.com/office/drawing/2014/main" id="{9C8CEA09-8079-907E-0265-81E4BBB5FF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4" hasCustomPrompt="1"/>
          </p:nvPr>
        </p:nvSpPr>
        <p:spPr>
          <a:xfrm>
            <a:off x="486016" y="2731081"/>
            <a:ext cx="477238" cy="1048867"/>
          </a:xfrm>
          <a:prstGeom prst="rect">
            <a:avLst/>
          </a:prstGeom>
        </p:spPr>
        <p:txBody>
          <a:bodyPr lIns="0" rIns="0" anchor="t"/>
          <a:lstStyle>
            <a:lvl1pPr marL="0" marR="0" indent="0" algn="l" defTabSz="914256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1C67AF"/>
              </a:buClr>
              <a:buSzPct val="100000"/>
              <a:buFont typeface="+mj-lt"/>
              <a:buNone/>
              <a:tabLst/>
              <a:defRPr sz="4800" b="0" i="0">
                <a:solidFill>
                  <a:srgbClr val="2167AE"/>
                </a:solidFill>
                <a:latin typeface="Zurich Sans Light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/>
              <a:t>3</a:t>
            </a:r>
          </a:p>
        </p:txBody>
      </p:sp>
      <p:sp>
        <p:nvSpPr>
          <p:cNvPr id="57" name="Text Placeholder 16">
            <a:extLst>
              <a:ext uri="{FF2B5EF4-FFF2-40B4-BE49-F238E27FC236}">
                <a16:creationId xmlns:a16="http://schemas.microsoft.com/office/drawing/2014/main" id="{8F2C5376-E40B-8940-81DA-3A7F25BB56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5" hasCustomPrompt="1"/>
          </p:nvPr>
        </p:nvSpPr>
        <p:spPr>
          <a:xfrm>
            <a:off x="495062" y="1916214"/>
            <a:ext cx="477238" cy="1048867"/>
          </a:xfrm>
          <a:prstGeom prst="rect">
            <a:avLst/>
          </a:prstGeom>
        </p:spPr>
        <p:txBody>
          <a:bodyPr lIns="0" rIns="0" anchor="t"/>
          <a:lstStyle>
            <a:lvl1pPr marL="0" marR="0" indent="0" algn="l" defTabSz="914256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1C67AF"/>
              </a:buClr>
              <a:buSzPct val="100000"/>
              <a:buFont typeface="+mj-lt"/>
              <a:buNone/>
              <a:tabLst/>
              <a:defRPr sz="4800" b="0" i="0">
                <a:solidFill>
                  <a:srgbClr val="2167AE"/>
                </a:solidFill>
                <a:latin typeface="Zurich Sans Light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/>
              <a:t>2</a:t>
            </a:r>
          </a:p>
        </p:txBody>
      </p:sp>
      <p:sp>
        <p:nvSpPr>
          <p:cNvPr id="58" name="Text Placeholder 16">
            <a:extLst>
              <a:ext uri="{FF2B5EF4-FFF2-40B4-BE49-F238E27FC236}">
                <a16:creationId xmlns:a16="http://schemas.microsoft.com/office/drawing/2014/main" id="{14A03E16-EA09-5479-6753-6B4D1D7EC9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6" hasCustomPrompt="1"/>
          </p:nvPr>
        </p:nvSpPr>
        <p:spPr>
          <a:xfrm>
            <a:off x="575537" y="1100919"/>
            <a:ext cx="477238" cy="1048867"/>
          </a:xfrm>
          <a:prstGeom prst="rect">
            <a:avLst/>
          </a:prstGeom>
        </p:spPr>
        <p:txBody>
          <a:bodyPr lIns="0" rIns="0" anchor="t"/>
          <a:lstStyle>
            <a:lvl1pPr marL="0" marR="0" indent="0" algn="l" defTabSz="914256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1C67AF"/>
              </a:buClr>
              <a:buSzPct val="100000"/>
              <a:buFont typeface="+mj-lt"/>
              <a:buNone/>
              <a:tabLst/>
              <a:defRPr sz="4800" b="0" i="0">
                <a:solidFill>
                  <a:srgbClr val="2167AE"/>
                </a:solidFill>
                <a:latin typeface="Zurich Sans Light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/>
              <a:t>1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A27A528-181D-B555-8C7B-6F20A3DD89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9634" y="159248"/>
            <a:ext cx="1773767" cy="68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5993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9979B0B5-DCB0-844D-8724-1DB31C8A8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260268"/>
            <a:ext cx="9586415" cy="33239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613BA4-3F37-477A-9F83-816FFC375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Footer Placeholder 3">
            <a:extLst>
              <a:ext uri="{FF2B5EF4-FFF2-40B4-BE49-F238E27FC236}">
                <a16:creationId xmlns:a16="http://schemas.microsoft.com/office/drawing/2014/main" id="{3866945B-F4D3-4972-8A47-C02C9E2AC9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89D1AA8-55DB-7775-EC0D-0BC4A9A2FDFF}"/>
              </a:ext>
            </a:extLst>
          </p:cNvPr>
          <p:cNvGrpSpPr/>
          <p:nvPr userDrawn="1"/>
        </p:nvGrpSpPr>
        <p:grpSpPr>
          <a:xfrm>
            <a:off x="10281387" y="297305"/>
            <a:ext cx="1657954" cy="449862"/>
            <a:chOff x="10281387" y="302374"/>
            <a:chExt cx="1657954" cy="449862"/>
          </a:xfrm>
        </p:grpSpPr>
        <p:pic>
          <p:nvPicPr>
            <p:cNvPr id="3" name="Picture 2" descr="Logo&#10;&#10;Description automatically generated">
              <a:extLst>
                <a:ext uri="{FF2B5EF4-FFF2-40B4-BE49-F238E27FC236}">
                  <a16:creationId xmlns:a16="http://schemas.microsoft.com/office/drawing/2014/main" id="{1F269D3B-A403-BFFD-1246-BF8434E1393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620" t="14630" r="33086" b="44982"/>
            <a:stretch/>
          </p:blipFill>
          <p:spPr>
            <a:xfrm>
              <a:off x="10281387" y="302374"/>
              <a:ext cx="462553" cy="389076"/>
            </a:xfrm>
            <a:prstGeom prst="rect">
              <a:avLst/>
            </a:prstGeom>
          </p:spPr>
        </p:pic>
        <p:pic>
          <p:nvPicPr>
            <p:cNvPr id="4" name="Picture 3" descr="Logo&#10;&#10;Description automatically generated">
              <a:extLst>
                <a:ext uri="{FF2B5EF4-FFF2-40B4-BE49-F238E27FC236}">
                  <a16:creationId xmlns:a16="http://schemas.microsoft.com/office/drawing/2014/main" id="{67290180-E226-7EE2-9ED3-E4A2AB871B8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5110"/>
            <a:stretch/>
          </p:blipFill>
          <p:spPr>
            <a:xfrm>
              <a:off x="10661349" y="318607"/>
              <a:ext cx="1277992" cy="4336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559193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C6CA80C-3565-6D6F-39AD-944D214705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C6CA80C-3565-6D6F-39AD-944D214705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 sz="900"/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7D8D3836-D4B7-D009-1311-D6DE0344BB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>
              <a:defRPr lang="en-GB" sz="900" dirty="0">
                <a:solidFill>
                  <a:srgbClr val="2167AE"/>
                </a:solidFill>
              </a:defRPr>
            </a:lvl1pPr>
          </a:lstStyle>
          <a:p>
            <a:pPr algn="r"/>
            <a:endParaRPr lang="en-E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97BE9-7044-1C80-564C-0D4D44833C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260268"/>
            <a:ext cx="9504110" cy="360099"/>
          </a:xfrm>
        </p:spPr>
        <p:txBody>
          <a:bodyPr vert="horz" wrap="square">
            <a:spAutoFit/>
          </a:bodyPr>
          <a:lstStyle>
            <a:lvl1pPr>
              <a:defRPr sz="2600">
                <a:latin typeface="+mn-lt"/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69321A6-6CA3-2326-E0DC-2FD03C36D8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371F9A41-E80A-94C5-B987-861769116A01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34963" y="610597"/>
            <a:ext cx="9504110" cy="3323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  <a:lvl2pPr marL="342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513917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only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C6CA80C-3565-6D6F-39AD-944D214705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C6CA80C-3565-6D6F-39AD-944D214705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 sz="900"/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7D8D3836-D4B7-D009-1311-D6DE0344BB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>
              <a:defRPr lang="en-GB" sz="900" dirty="0">
                <a:solidFill>
                  <a:srgbClr val="2167AE"/>
                </a:solidFill>
              </a:defRPr>
            </a:lvl1pPr>
          </a:lstStyle>
          <a:p>
            <a:pPr algn="r"/>
            <a:endParaRPr lang="en-E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97BE9-7044-1C80-564C-0D4D44833C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260268"/>
            <a:ext cx="9504110" cy="360099"/>
          </a:xfrm>
        </p:spPr>
        <p:txBody>
          <a:bodyPr vert="horz" wrap="square">
            <a:spAutoFit/>
          </a:bodyPr>
          <a:lstStyle>
            <a:lvl1pPr>
              <a:defRPr sz="2600">
                <a:latin typeface="+mn-lt"/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69321A6-6CA3-2326-E0DC-2FD03C36D8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01FB235-B5A3-F58E-76AA-5971FAE4BF0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85186" y="1253304"/>
            <a:ext cx="902315" cy="430887"/>
          </a:xfrm>
        </p:spPr>
        <p:txBody>
          <a:bodyPr wrap="square" anchor="t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sz="1400"/>
            </a:lvl1pPr>
            <a:lvl2pPr marL="265112" indent="0">
              <a:buFontTx/>
              <a:buNone/>
              <a:defRPr/>
            </a:lvl2pPr>
            <a:lvl3pPr marL="446088" indent="0">
              <a:buFontTx/>
              <a:buNone/>
              <a:defRPr/>
            </a:lvl3pPr>
            <a:lvl4pPr marL="719982" indent="0">
              <a:buFontTx/>
              <a:buNone/>
              <a:defRPr/>
            </a:lvl4pPr>
            <a:lvl5pPr marL="898525" indent="0">
              <a:buFontTx/>
              <a:buNone/>
              <a:defRPr/>
            </a:lvl5pPr>
          </a:lstStyle>
          <a:p>
            <a:pPr lvl="0"/>
            <a:r>
              <a:rPr lang="en-GB"/>
              <a:t>[Add your text here]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0A39E53-F7F2-C5E5-0CFB-99B4E0E81CF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17958" y="3213557"/>
            <a:ext cx="978515" cy="430887"/>
          </a:xfrm>
        </p:spPr>
        <p:txBody>
          <a:bodyPr wrap="square" anchor="t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sz="1400"/>
            </a:lvl1pPr>
            <a:lvl2pPr marL="265112" indent="0">
              <a:buFontTx/>
              <a:buNone/>
              <a:defRPr/>
            </a:lvl2pPr>
            <a:lvl3pPr marL="446088" indent="0">
              <a:buFontTx/>
              <a:buNone/>
              <a:defRPr/>
            </a:lvl3pPr>
            <a:lvl4pPr marL="719982" indent="0">
              <a:buFontTx/>
              <a:buNone/>
              <a:defRPr/>
            </a:lvl4pPr>
            <a:lvl5pPr marL="898525" indent="0">
              <a:buFontTx/>
              <a:buNone/>
              <a:defRPr/>
            </a:lvl5pPr>
          </a:lstStyle>
          <a:p>
            <a:pPr lvl="0"/>
            <a:r>
              <a:rPr lang="en-GB"/>
              <a:t>[Add your text here]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9AFDFD46-70A0-3C3F-C35B-48B857EE53C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02676" y="5462205"/>
            <a:ext cx="1076106" cy="430887"/>
          </a:xfrm>
        </p:spPr>
        <p:txBody>
          <a:bodyPr wrap="square" anchor="t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sz="1400"/>
            </a:lvl1pPr>
            <a:lvl2pPr marL="265112" indent="0">
              <a:buFontTx/>
              <a:buNone/>
              <a:defRPr/>
            </a:lvl2pPr>
            <a:lvl3pPr marL="446088" indent="0">
              <a:buFontTx/>
              <a:buNone/>
              <a:defRPr/>
            </a:lvl3pPr>
            <a:lvl4pPr marL="719982" indent="0">
              <a:buFontTx/>
              <a:buNone/>
              <a:defRPr/>
            </a:lvl4pPr>
            <a:lvl5pPr marL="898525" indent="0">
              <a:buFontTx/>
              <a:buNone/>
              <a:defRPr/>
            </a:lvl5pPr>
          </a:lstStyle>
          <a:p>
            <a:pPr lvl="0"/>
            <a:r>
              <a:rPr lang="en-GB"/>
              <a:t>[Add your text here]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A13724D5-52EF-1695-DC4B-B4F4AB03BCC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953742" y="3213557"/>
            <a:ext cx="1116211" cy="430887"/>
          </a:xfrm>
        </p:spPr>
        <p:txBody>
          <a:bodyPr wrap="square" anchor="t"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1400"/>
            </a:lvl1pPr>
            <a:lvl2pPr marL="265112" indent="0">
              <a:buFontTx/>
              <a:buNone/>
              <a:defRPr/>
            </a:lvl2pPr>
            <a:lvl3pPr marL="446088" indent="0">
              <a:buFontTx/>
              <a:buNone/>
              <a:defRPr/>
            </a:lvl3pPr>
            <a:lvl4pPr marL="719982" indent="0">
              <a:buFontTx/>
              <a:buNone/>
              <a:defRPr/>
            </a:lvl4pPr>
            <a:lvl5pPr marL="898525" indent="0">
              <a:buFontTx/>
              <a:buNone/>
              <a:defRPr/>
            </a:lvl5pPr>
          </a:lstStyle>
          <a:p>
            <a:pPr lvl="0"/>
            <a:r>
              <a:rPr lang="en-GB"/>
              <a:t>[Add your text here]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1E7397EB-845A-56CD-4868-5529AAE286B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794168" y="5462205"/>
            <a:ext cx="1114206" cy="430887"/>
          </a:xfrm>
        </p:spPr>
        <p:txBody>
          <a:bodyPr wrap="square" anchor="t"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1400"/>
            </a:lvl1pPr>
            <a:lvl2pPr marL="265112" indent="0">
              <a:buFontTx/>
              <a:buNone/>
              <a:defRPr/>
            </a:lvl2pPr>
            <a:lvl3pPr marL="446088" indent="0">
              <a:buFontTx/>
              <a:buNone/>
              <a:defRPr/>
            </a:lvl3pPr>
            <a:lvl4pPr marL="719982" indent="0">
              <a:buFontTx/>
              <a:buNone/>
              <a:defRPr/>
            </a:lvl4pPr>
            <a:lvl5pPr marL="898525" indent="0">
              <a:buFontTx/>
              <a:buNone/>
              <a:defRPr/>
            </a:lvl5pPr>
          </a:lstStyle>
          <a:p>
            <a:pPr lvl="0"/>
            <a:r>
              <a:rPr lang="en-GB"/>
              <a:t>[Add your text here]</a:t>
            </a:r>
          </a:p>
        </p:txBody>
      </p:sp>
    </p:spTree>
    <p:extLst>
      <p:ext uri="{BB962C8B-B14F-4D97-AF65-F5344CB8AC3E}">
        <p14:creationId xmlns:p14="http://schemas.microsoft.com/office/powerpoint/2010/main" val="33421341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lumn+picto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54E6176B-3184-5517-8EC6-857DF6D2D05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674223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E6176B-3184-5517-8EC6-857DF6D2D0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B71D0B60-6943-7A40-9D0B-39D3CE71E23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9174052" y="1374990"/>
            <a:ext cx="1962468" cy="1962468"/>
          </a:xfrm>
          <a:prstGeom prst="ellipse">
            <a:avLst/>
          </a:prstGeom>
        </p:spPr>
        <p:txBody>
          <a:bodyPr/>
          <a:lstStyle>
            <a:lvl1pPr algn="ctr">
              <a:defRPr sz="1333">
                <a:solidFill>
                  <a:srgbClr val="2167AE"/>
                </a:solidFill>
              </a:defRPr>
            </a:lvl1pPr>
          </a:lstStyle>
          <a:p>
            <a:r>
              <a:rPr lang="en-GB"/>
              <a:t>Add picture here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F20BE1C-A41B-5449-A794-A9114FD73BD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050014" y="1374990"/>
            <a:ext cx="1962468" cy="1962468"/>
          </a:xfrm>
          <a:prstGeom prst="ellipse">
            <a:avLst/>
          </a:prstGeom>
        </p:spPr>
        <p:txBody>
          <a:bodyPr/>
          <a:lstStyle>
            <a:lvl1pPr algn="ctr">
              <a:defRPr sz="1333">
                <a:solidFill>
                  <a:srgbClr val="2167AE"/>
                </a:solidFill>
              </a:defRPr>
            </a:lvl1pPr>
          </a:lstStyle>
          <a:p>
            <a:r>
              <a:rPr lang="en-GB"/>
              <a:t>Add picture here</a:t>
            </a:r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56F63CDF-9E8B-B840-AF41-B17F973208B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116512" y="1374990"/>
            <a:ext cx="1962468" cy="1962468"/>
          </a:xfrm>
          <a:prstGeom prst="ellipse">
            <a:avLst/>
          </a:prstGeom>
        </p:spPr>
        <p:txBody>
          <a:bodyPr/>
          <a:lstStyle>
            <a:lvl1pPr algn="ctr">
              <a:defRPr sz="1333">
                <a:solidFill>
                  <a:srgbClr val="2167AE"/>
                </a:solidFill>
              </a:defRPr>
            </a:lvl1pPr>
          </a:lstStyle>
          <a:p>
            <a:r>
              <a:rPr lang="en-GB"/>
              <a:t>Add picture here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170E7EB-598F-754D-AFBC-42F13031A7FC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>
              <a:defRPr lang="en-GB" sz="900" dirty="0">
                <a:solidFill>
                  <a:srgbClr val="2167AE"/>
                </a:solidFill>
              </a:defRPr>
            </a:lvl1pPr>
          </a:lstStyle>
          <a:p>
            <a:pPr algn="r"/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BC961-BB8E-8D40-B98F-1BEDE10B6BE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solidFill>
                  <a:srgbClr val="2167AE"/>
                </a:solidFill>
              </a:defRPr>
            </a:lvl1pPr>
          </a:lstStyle>
          <a:p>
            <a:fld id="{D691331D-A62F-41F8-BAEC-0A7727B7C52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8AE44868-9834-9B4A-992C-2174A03394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4530" y="3380318"/>
            <a:ext cx="2988000" cy="588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0" i="0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/>
              <a:t>Title here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549BCA63-333B-B042-ADB8-A592D4A48D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7600" y="4100328"/>
            <a:ext cx="2988000" cy="184190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/>
              <a:t>Add your text here.</a:t>
            </a:r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1FBF4AD1-8EB6-544D-B27C-7245F4F19A6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605372" y="3380318"/>
            <a:ext cx="2988000" cy="588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0" i="0">
                <a:solidFill>
                  <a:schemeClr val="accent5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/>
              <a:t>Title here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172099E0-6023-0948-BDDE-92DD61BEF26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05372" y="4100328"/>
            <a:ext cx="2988000" cy="184190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accent5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/>
              <a:t>Add your text here.</a:t>
            </a:r>
          </a:p>
        </p:txBody>
      </p:sp>
      <p:sp>
        <p:nvSpPr>
          <p:cNvPr id="29" name="Text Placeholder 16">
            <a:extLst>
              <a:ext uri="{FF2B5EF4-FFF2-40B4-BE49-F238E27FC236}">
                <a16:creationId xmlns:a16="http://schemas.microsoft.com/office/drawing/2014/main" id="{BC5BE7BC-72B2-CF43-887D-C3965DCD7E0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3916" y="3380318"/>
            <a:ext cx="2988000" cy="588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0" i="0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/>
              <a:t>Title here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F07E3F97-4B4F-044D-923D-DD7CCACD5EA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73916" y="4100328"/>
            <a:ext cx="2988000" cy="184190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/>
              <a:t>Add your text here.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56A3EED-1E63-4893-8A59-1B9DC8D0E1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434" y="260268"/>
            <a:ext cx="9504640" cy="360099"/>
          </a:xfrm>
        </p:spPr>
        <p:txBody>
          <a:bodyPr vert="horz" wrap="square">
            <a:spAutoFit/>
          </a:bodyPr>
          <a:lstStyle>
            <a:lvl1pPr>
              <a:defRPr sz="26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2A14DF13-8F3E-4BA9-88E4-EAED4298AADA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34433" y="610597"/>
            <a:ext cx="9504640" cy="3323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2167AE"/>
                </a:solidFill>
                <a:latin typeface="Zurich Sans Light" panose="02000000000000000000" pitchFamily="2" charset="0"/>
                <a:cs typeface="Arial" panose="020B0604020202020204" pitchFamily="34" charset="0"/>
              </a:defRPr>
            </a:lvl1pPr>
            <a:lvl2pPr marL="342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noProof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7BCFF40-455E-6740-9185-FD9F5BE5C0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6375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ighlight - 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D2DA5C-B6A8-2DF2-9932-38E233F7491C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-600" y="0"/>
            <a:ext cx="12193200" cy="6858000"/>
          </a:xfrm>
        </p:spPr>
        <p:txBody>
          <a:bodyPr lIns="7200000" anchor="ctr"/>
          <a:lstStyle>
            <a:lvl1pPr marL="0" indent="0">
              <a:buNone/>
              <a:defRPr/>
            </a:lvl1pPr>
          </a:lstStyle>
          <a:p>
            <a:r>
              <a:rPr lang="en-US"/>
              <a:t>Add picture here</a:t>
            </a:r>
          </a:p>
        </p:txBody>
      </p:sp>
      <p:pic>
        <p:nvPicPr>
          <p:cNvPr id="11" name="Picture 10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1FDB0BCA-FA2A-0D45-71CB-F93B227EEB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597" y="157682"/>
            <a:ext cx="1784195" cy="692863"/>
          </a:xfrm>
          <a:prstGeom prst="rect">
            <a:avLst/>
          </a:prstGeom>
        </p:spPr>
      </p:pic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083AD1AD-1FBD-FFA9-D7EA-C0C4A69C409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138978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083AD1AD-1FBD-FFA9-D7EA-C0C4A69C40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8CA73F2A-C29F-CF9F-842D-527EF901584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51381" y="2654347"/>
            <a:ext cx="5363643" cy="1417591"/>
          </a:xfrm>
        </p:spPr>
        <p:txBody>
          <a:bodyPr/>
          <a:lstStyle>
            <a:lvl1pPr marL="0" indent="0">
              <a:buNone/>
              <a:defRPr sz="2600">
                <a:solidFill>
                  <a:schemeClr val="accent5"/>
                </a:solidFill>
              </a:defRPr>
            </a:lvl1pPr>
          </a:lstStyle>
          <a:p>
            <a:r>
              <a:rPr lang="en-US" sz="2800" b="0" i="0" u="none" strike="noStrike">
                <a:solidFill>
                  <a:schemeClr val="accent5"/>
                </a:solidFill>
                <a:effectLst/>
              </a:rPr>
              <a:t>If the image is modified, update the circle color to an inclusive one from the image.</a:t>
            </a:r>
          </a:p>
          <a:p>
            <a:endParaRPr lang="en-US" sz="2800" b="0" i="0" u="none" strike="noStrike">
              <a:solidFill>
                <a:schemeClr val="accent5"/>
              </a:solidFill>
              <a:effectLst/>
            </a:endParaRPr>
          </a:p>
          <a:p>
            <a:endParaRPr lang="en-US" sz="2800" b="0" i="0" u="none" strike="noStrike">
              <a:solidFill>
                <a:schemeClr val="accent5"/>
              </a:solidFill>
              <a:effectLst/>
            </a:endParaRPr>
          </a:p>
          <a:p>
            <a:endParaRPr lang="en-US" sz="2800" b="0" i="0" u="none" strike="noStrike">
              <a:solidFill>
                <a:schemeClr val="accent5"/>
              </a:solidFill>
              <a:effectLst/>
            </a:endParaRP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35B8702A-D605-B020-7B4C-0BE494C6E2A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1382" y="1395549"/>
            <a:ext cx="4246562" cy="1100913"/>
          </a:xfrm>
        </p:spPr>
        <p:txBody>
          <a:bodyPr anchor="ctr"/>
          <a:lstStyle>
            <a:lvl1pPr marL="0" indent="0">
              <a:buNone/>
              <a:defRPr sz="4400" u="none">
                <a:solidFill>
                  <a:schemeClr val="accent5"/>
                </a:solidFill>
                <a:latin typeface="Ogg" panose="02090504080706030203" pitchFamily="18" charset="77"/>
              </a:defRPr>
            </a:lvl1pPr>
          </a:lstStyle>
          <a:p>
            <a:pPr lvl="0"/>
            <a:r>
              <a:rPr lang="en-GB"/>
              <a:t>Content bold</a:t>
            </a:r>
          </a:p>
        </p:txBody>
      </p:sp>
      <p:sp>
        <p:nvSpPr>
          <p:cNvPr id="38" name="Text Placeholder 25">
            <a:extLst>
              <a:ext uri="{FF2B5EF4-FFF2-40B4-BE49-F238E27FC236}">
                <a16:creationId xmlns:a16="http://schemas.microsoft.com/office/drawing/2014/main" id="{37485B1B-E268-D711-2CFC-68F3ED167B3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51381" y="4259927"/>
            <a:ext cx="5663681" cy="2268462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/>
              <a:t>Duis autem vel eum iriure dolor in hendrerit vulputate velit esse molestie consequat, vel</a:t>
            </a:r>
          </a:p>
          <a:p>
            <a:pPr lvl="0"/>
            <a:r>
              <a:rPr lang="en-GB"/>
              <a:t>Lorem ipsum dolor sit amet, consectetuer adipiscing</a:t>
            </a:r>
          </a:p>
          <a:p>
            <a:pPr lvl="0"/>
            <a:r>
              <a:rPr lang="en-GB"/>
              <a:t>sed diam nonummy nibh euismod tincidunt laoreet dolore magna aliquam erat volutpat.  </a:t>
            </a:r>
          </a:p>
          <a:p>
            <a:pPr lvl="0"/>
            <a:r>
              <a:rPr lang="en-GB"/>
              <a:t>wisi enim ad minim veniam, quis</a:t>
            </a:r>
          </a:p>
          <a:p>
            <a:pPr lvl="0"/>
            <a:endParaRPr lang="en-GB"/>
          </a:p>
        </p:txBody>
      </p:sp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E871B9A8-DD39-93A9-3FED-48F58E83A1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5"/>
                </a:solidFill>
                <a:latin typeface="+mn-lt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E038AA5-459F-11E7-F7F0-E71EE2784737}"/>
              </a:ext>
            </a:extLst>
          </p:cNvPr>
          <p:cNvSpPr txBox="1"/>
          <p:nvPr userDrawn="1"/>
        </p:nvSpPr>
        <p:spPr>
          <a:xfrm>
            <a:off x="11158230" y="6548967"/>
            <a:ext cx="699337" cy="14356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sz="900">
                <a:solidFill>
                  <a:schemeClr val="accent5"/>
                </a:solidFill>
                <a:latin typeface="+mn-lt"/>
                <a:cs typeface="Arial" panose="020B0604020202020204" pitchFamily="34" charset="0"/>
              </a:rPr>
              <a:t>© Zurich</a:t>
            </a:r>
          </a:p>
        </p:txBody>
      </p:sp>
    </p:spTree>
    <p:extLst>
      <p:ext uri="{BB962C8B-B14F-4D97-AF65-F5344CB8AC3E}">
        <p14:creationId xmlns:p14="http://schemas.microsoft.com/office/powerpoint/2010/main" val="4064916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613BA4-3F37-477A-9F83-816FFC375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5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Footer Placeholder 3">
            <a:extLst>
              <a:ext uri="{FF2B5EF4-FFF2-40B4-BE49-F238E27FC236}">
                <a16:creationId xmlns:a16="http://schemas.microsoft.com/office/drawing/2014/main" id="{3866945B-F4D3-4972-8A47-C02C9E2AC9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5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830DE1-3CC4-FD69-2FFB-1DCBD784C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9586415" cy="3600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764F08-4840-7690-E9DB-6306267BD87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877835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764F08-4840-7690-E9DB-6306267BD8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phic 6">
            <a:extLst>
              <a:ext uri="{FF2B5EF4-FFF2-40B4-BE49-F238E27FC236}">
                <a16:creationId xmlns:a16="http://schemas.microsoft.com/office/drawing/2014/main" id="{410BC606-4E9C-A6A5-1AAD-96FDA441C4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8849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CACC6D5-D1D4-442A-84CB-4AA5E5B9EC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53600" y="0"/>
            <a:ext cx="4238400" cy="6858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515184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5426" y="1103215"/>
            <a:ext cx="6722148" cy="2242079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5426" y="3437369"/>
            <a:ext cx="5761567" cy="1283999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D6D046-9E8A-417B-B758-A6E20A0FE31C}"/>
              </a:ext>
            </a:extLst>
          </p:cNvPr>
          <p:cNvSpPr/>
          <p:nvPr userDrawn="1"/>
        </p:nvSpPr>
        <p:spPr bwMode="auto">
          <a:xfrm>
            <a:off x="6787133" y="5399389"/>
            <a:ext cx="547941" cy="547483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000" b="0" i="0" u="none" strike="noStrike" cap="none" normalizeH="0" baseline="0">
              <a:ln>
                <a:noFill/>
              </a:ln>
              <a:solidFill>
                <a:schemeClr val="accent6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977530C5-2DE6-44CA-8A8F-019E4D7C204F}"/>
              </a:ext>
            </a:extLst>
          </p:cNvPr>
          <p:cNvSpPr/>
          <p:nvPr userDrawn="1"/>
        </p:nvSpPr>
        <p:spPr bwMode="auto">
          <a:xfrm>
            <a:off x="5929176" y="5949896"/>
            <a:ext cx="1802643" cy="908104"/>
          </a:xfrm>
          <a:custGeom>
            <a:avLst/>
            <a:gdLst>
              <a:gd name="connsiteX0" fmla="*/ 531 w 1423686"/>
              <a:gd name="connsiteY0" fmla="*/ 0 h 717107"/>
              <a:gd name="connsiteX1" fmla="*/ 1423155 w 1423686"/>
              <a:gd name="connsiteY1" fmla="*/ 0 h 717107"/>
              <a:gd name="connsiteX2" fmla="*/ 1423686 w 1423686"/>
              <a:gd name="connsiteY2" fmla="*/ 5264 h 717107"/>
              <a:gd name="connsiteX3" fmla="*/ 711843 w 1423686"/>
              <a:gd name="connsiteY3" fmla="*/ 717107 h 717107"/>
              <a:gd name="connsiteX4" fmla="*/ 0 w 1423686"/>
              <a:gd name="connsiteY4" fmla="*/ 5264 h 717107"/>
              <a:gd name="connsiteX5" fmla="*/ 531 w 1423686"/>
              <a:gd name="connsiteY5" fmla="*/ 0 h 7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3686" h="717107">
                <a:moveTo>
                  <a:pt x="531" y="0"/>
                </a:moveTo>
                <a:lnTo>
                  <a:pt x="1423155" y="0"/>
                </a:lnTo>
                <a:lnTo>
                  <a:pt x="1423686" y="5264"/>
                </a:lnTo>
                <a:cubicBezTo>
                  <a:pt x="1423686" y="398404"/>
                  <a:pt x="1104983" y="717107"/>
                  <a:pt x="711843" y="717107"/>
                </a:cubicBezTo>
                <a:cubicBezTo>
                  <a:pt x="318703" y="717107"/>
                  <a:pt x="0" y="398404"/>
                  <a:pt x="0" y="5264"/>
                </a:cubicBezTo>
                <a:lnTo>
                  <a:pt x="531" y="0"/>
                </a:lnTo>
                <a:close/>
              </a:path>
            </a:pathLst>
          </a:custGeom>
          <a:solidFill>
            <a:schemeClr val="accent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000" b="0" i="0" u="none" strike="noStrike" cap="none" normalizeH="0" baseline="0">
              <a:ln>
                <a:noFill/>
              </a:ln>
              <a:solidFill>
                <a:schemeClr val="accent6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CBDF7E11-8F3D-4306-A7C9-3CBBFA98620F}"/>
              </a:ext>
            </a:extLst>
          </p:cNvPr>
          <p:cNvSpPr/>
          <p:nvPr userDrawn="1"/>
        </p:nvSpPr>
        <p:spPr bwMode="auto">
          <a:xfrm rot="7933215">
            <a:off x="6018217" y="4998607"/>
            <a:ext cx="1201179" cy="604951"/>
          </a:xfrm>
          <a:custGeom>
            <a:avLst/>
            <a:gdLst>
              <a:gd name="connsiteX0" fmla="*/ 531 w 1423686"/>
              <a:gd name="connsiteY0" fmla="*/ 0 h 717107"/>
              <a:gd name="connsiteX1" fmla="*/ 1423155 w 1423686"/>
              <a:gd name="connsiteY1" fmla="*/ 0 h 717107"/>
              <a:gd name="connsiteX2" fmla="*/ 1423686 w 1423686"/>
              <a:gd name="connsiteY2" fmla="*/ 5264 h 717107"/>
              <a:gd name="connsiteX3" fmla="*/ 711843 w 1423686"/>
              <a:gd name="connsiteY3" fmla="*/ 717107 h 717107"/>
              <a:gd name="connsiteX4" fmla="*/ 0 w 1423686"/>
              <a:gd name="connsiteY4" fmla="*/ 5264 h 717107"/>
              <a:gd name="connsiteX5" fmla="*/ 531 w 1423686"/>
              <a:gd name="connsiteY5" fmla="*/ 0 h 7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3686" h="717107">
                <a:moveTo>
                  <a:pt x="531" y="0"/>
                </a:moveTo>
                <a:lnTo>
                  <a:pt x="1423155" y="0"/>
                </a:lnTo>
                <a:lnTo>
                  <a:pt x="1423686" y="5264"/>
                </a:lnTo>
                <a:cubicBezTo>
                  <a:pt x="1423686" y="398404"/>
                  <a:pt x="1104983" y="717107"/>
                  <a:pt x="711843" y="717107"/>
                </a:cubicBezTo>
                <a:cubicBezTo>
                  <a:pt x="318703" y="717107"/>
                  <a:pt x="0" y="398404"/>
                  <a:pt x="0" y="5264"/>
                </a:cubicBezTo>
                <a:lnTo>
                  <a:pt x="531" y="0"/>
                </a:lnTo>
                <a:close/>
              </a:path>
            </a:pathLst>
          </a:cu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000" b="0" i="0" u="none" strike="noStrike" cap="none" normalizeH="0" baseline="0">
              <a:ln>
                <a:noFill/>
              </a:ln>
              <a:solidFill>
                <a:schemeClr val="accent6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8C38856E-DF0D-49BD-A0AF-37F515F1D5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45996" y="1810817"/>
            <a:ext cx="5040000" cy="5040000"/>
          </a:xfrm>
          <a:prstGeom prst="ellipse">
            <a:avLst/>
          </a:prstGeom>
        </p:spPr>
        <p:txBody>
          <a:bodyPr/>
          <a:lstStyle>
            <a:lvl1pPr algn="ctr">
              <a:buNone/>
              <a:defRPr b="0" i="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0" name="Date Name Organization">
            <a:extLst>
              <a:ext uri="{FF2B5EF4-FFF2-40B4-BE49-F238E27FC236}">
                <a16:creationId xmlns:a16="http://schemas.microsoft.com/office/drawing/2014/main" id="{B679C166-F3F4-4469-BDA4-0521529C84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5425" y="4913252"/>
            <a:ext cx="5251984" cy="1056000"/>
          </a:xfrm>
        </p:spPr>
        <p:txBody>
          <a:bodyPr anchor="b"/>
          <a:lstStyle>
            <a:lvl1pPr marL="0" indent="0">
              <a:spcAft>
                <a:spcPts val="133"/>
              </a:spcAft>
              <a:buNone/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93D7AA-4B02-44F3-849A-D51D7F7A9CD0}"/>
              </a:ext>
            </a:extLst>
          </p:cNvPr>
          <p:cNvSpPr txBox="1"/>
          <p:nvPr userDrawn="1"/>
        </p:nvSpPr>
        <p:spPr>
          <a:xfrm>
            <a:off x="11158230" y="6548967"/>
            <a:ext cx="699337" cy="14356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sz="900">
                <a:solidFill>
                  <a:schemeClr val="accent6"/>
                </a:solidFill>
                <a:latin typeface="+mn-lt"/>
                <a:cs typeface="Arial" panose="020B0604020202020204" pitchFamily="34" charset="0"/>
              </a:rPr>
              <a:t>© Zurich</a:t>
            </a:r>
          </a:p>
        </p:txBody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EE62961D-FD32-4853-B26D-281814937F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7" y="157397"/>
            <a:ext cx="177996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9215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Ligh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9451" y="1118717"/>
            <a:ext cx="6722148" cy="2242079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9451" y="3452871"/>
            <a:ext cx="5761567" cy="1283999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D6D046-9E8A-417B-B758-A6E20A0FE31C}"/>
              </a:ext>
            </a:extLst>
          </p:cNvPr>
          <p:cNvSpPr/>
          <p:nvPr userDrawn="1"/>
        </p:nvSpPr>
        <p:spPr bwMode="auto">
          <a:xfrm>
            <a:off x="6803245" y="5407445"/>
            <a:ext cx="547941" cy="547483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000" b="0" i="0" u="none" strike="noStrike" cap="none" normalizeH="0" baseline="0">
              <a:ln>
                <a:noFill/>
              </a:ln>
              <a:solidFill>
                <a:schemeClr val="accent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977530C5-2DE6-44CA-8A8F-019E4D7C204F}"/>
              </a:ext>
            </a:extLst>
          </p:cNvPr>
          <p:cNvSpPr/>
          <p:nvPr userDrawn="1"/>
        </p:nvSpPr>
        <p:spPr bwMode="auto">
          <a:xfrm>
            <a:off x="5945288" y="5953924"/>
            <a:ext cx="1802643" cy="908104"/>
          </a:xfrm>
          <a:custGeom>
            <a:avLst/>
            <a:gdLst>
              <a:gd name="connsiteX0" fmla="*/ 531 w 1423686"/>
              <a:gd name="connsiteY0" fmla="*/ 0 h 717107"/>
              <a:gd name="connsiteX1" fmla="*/ 1423155 w 1423686"/>
              <a:gd name="connsiteY1" fmla="*/ 0 h 717107"/>
              <a:gd name="connsiteX2" fmla="*/ 1423686 w 1423686"/>
              <a:gd name="connsiteY2" fmla="*/ 5264 h 717107"/>
              <a:gd name="connsiteX3" fmla="*/ 711843 w 1423686"/>
              <a:gd name="connsiteY3" fmla="*/ 717107 h 717107"/>
              <a:gd name="connsiteX4" fmla="*/ 0 w 1423686"/>
              <a:gd name="connsiteY4" fmla="*/ 5264 h 717107"/>
              <a:gd name="connsiteX5" fmla="*/ 531 w 1423686"/>
              <a:gd name="connsiteY5" fmla="*/ 0 h 7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3686" h="717107">
                <a:moveTo>
                  <a:pt x="531" y="0"/>
                </a:moveTo>
                <a:lnTo>
                  <a:pt x="1423155" y="0"/>
                </a:lnTo>
                <a:lnTo>
                  <a:pt x="1423686" y="5264"/>
                </a:lnTo>
                <a:cubicBezTo>
                  <a:pt x="1423686" y="398404"/>
                  <a:pt x="1104983" y="717107"/>
                  <a:pt x="711843" y="717107"/>
                </a:cubicBezTo>
                <a:cubicBezTo>
                  <a:pt x="318703" y="717107"/>
                  <a:pt x="0" y="398404"/>
                  <a:pt x="0" y="5264"/>
                </a:cubicBezTo>
                <a:lnTo>
                  <a:pt x="531" y="0"/>
                </a:lnTo>
                <a:close/>
              </a:path>
            </a:pathLst>
          </a:custGeom>
          <a:solidFill>
            <a:schemeClr val="accent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000" b="0" i="0" u="none" strike="noStrike" cap="none" normalizeH="0" baseline="0">
              <a:ln>
                <a:noFill/>
              </a:ln>
              <a:solidFill>
                <a:schemeClr val="accent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CBDF7E11-8F3D-4306-A7C9-3CBBFA98620F}"/>
              </a:ext>
            </a:extLst>
          </p:cNvPr>
          <p:cNvSpPr/>
          <p:nvPr userDrawn="1"/>
        </p:nvSpPr>
        <p:spPr bwMode="auto">
          <a:xfrm rot="7933215">
            <a:off x="6034329" y="5006663"/>
            <a:ext cx="1201179" cy="604951"/>
          </a:xfrm>
          <a:custGeom>
            <a:avLst/>
            <a:gdLst>
              <a:gd name="connsiteX0" fmla="*/ 531 w 1423686"/>
              <a:gd name="connsiteY0" fmla="*/ 0 h 717107"/>
              <a:gd name="connsiteX1" fmla="*/ 1423155 w 1423686"/>
              <a:gd name="connsiteY1" fmla="*/ 0 h 717107"/>
              <a:gd name="connsiteX2" fmla="*/ 1423686 w 1423686"/>
              <a:gd name="connsiteY2" fmla="*/ 5264 h 717107"/>
              <a:gd name="connsiteX3" fmla="*/ 711843 w 1423686"/>
              <a:gd name="connsiteY3" fmla="*/ 717107 h 717107"/>
              <a:gd name="connsiteX4" fmla="*/ 0 w 1423686"/>
              <a:gd name="connsiteY4" fmla="*/ 5264 h 717107"/>
              <a:gd name="connsiteX5" fmla="*/ 531 w 1423686"/>
              <a:gd name="connsiteY5" fmla="*/ 0 h 7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3686" h="717107">
                <a:moveTo>
                  <a:pt x="531" y="0"/>
                </a:moveTo>
                <a:lnTo>
                  <a:pt x="1423155" y="0"/>
                </a:lnTo>
                <a:lnTo>
                  <a:pt x="1423686" y="5264"/>
                </a:lnTo>
                <a:cubicBezTo>
                  <a:pt x="1423686" y="398404"/>
                  <a:pt x="1104983" y="717107"/>
                  <a:pt x="711843" y="717107"/>
                </a:cubicBezTo>
                <a:cubicBezTo>
                  <a:pt x="318703" y="717107"/>
                  <a:pt x="0" y="398404"/>
                  <a:pt x="0" y="5264"/>
                </a:cubicBezTo>
                <a:lnTo>
                  <a:pt x="531" y="0"/>
                </a:lnTo>
                <a:close/>
              </a:path>
            </a:pathLst>
          </a:cu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000" b="0" i="0" u="none" strike="noStrike" cap="none" normalizeH="0" baseline="0">
              <a:ln>
                <a:noFill/>
              </a:ln>
              <a:solidFill>
                <a:schemeClr val="accent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8C38856E-DF0D-49BD-A0AF-37F515F1D5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54052" y="1818873"/>
            <a:ext cx="5040000" cy="5040000"/>
          </a:xfrm>
          <a:prstGeom prst="ellipse">
            <a:avLst/>
          </a:prstGeom>
        </p:spPr>
        <p:txBody>
          <a:bodyPr/>
          <a:lstStyle>
            <a:lvl1pPr algn="ctr">
              <a:buNone/>
              <a:defRPr b="0" i="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0" name="Date Name Organization">
            <a:extLst>
              <a:ext uri="{FF2B5EF4-FFF2-40B4-BE49-F238E27FC236}">
                <a16:creationId xmlns:a16="http://schemas.microsoft.com/office/drawing/2014/main" id="{B679C166-F3F4-4469-BDA4-0521529C84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0825" y="4923646"/>
            <a:ext cx="5251984" cy="1056000"/>
          </a:xfrm>
        </p:spPr>
        <p:txBody>
          <a:bodyPr anchor="b"/>
          <a:lstStyle>
            <a:lvl1pPr marL="0" indent="0">
              <a:spcAft>
                <a:spcPts val="133"/>
              </a:spcAft>
              <a:buNone/>
              <a:defRPr sz="12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1" name="Group 4">
            <a:extLst>
              <a:ext uri="{FF2B5EF4-FFF2-40B4-BE49-F238E27FC236}">
                <a16:creationId xmlns:a16="http://schemas.microsoft.com/office/drawing/2014/main" id="{E7C094BA-E50D-4DFD-BE64-FCB71B6B5D5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1989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24" name="AutoShape 3">
              <a:extLst>
                <a:ext uri="{FF2B5EF4-FFF2-40B4-BE49-F238E27FC236}">
                  <a16:creationId xmlns:a16="http://schemas.microsoft.com/office/drawing/2014/main" id="{2922DC61-2E78-484E-B2FE-2A325A97027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C69F7F3D-E7A2-4FF7-A9CA-8C2F44CF18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496DDDB6-B327-4BBA-A25A-A710AC69A0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A06C8070-A1C7-48BE-95DE-240B325C24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BB14D19-8E13-42AB-AA0B-DD9069F10FE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8F7E1E6A-8D31-44CE-B151-393C50EC24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8A663121-9D03-4792-9E15-3604DB5163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8F41DCD4-C02C-47BC-ADC0-2D3D5527D2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CACF2922-39BE-459D-9CAA-F6C785B3EE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6BFE5966-9EDE-4263-B828-6ECA17B3DF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95720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451" y="1205994"/>
            <a:ext cx="11518145" cy="5040145"/>
          </a:xfrm>
        </p:spPr>
        <p:txBody>
          <a:bodyPr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29FBF581-E754-574B-A309-6F2FB382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260268"/>
            <a:ext cx="9586415" cy="332399"/>
          </a:xfrm>
        </p:spPr>
        <p:txBody>
          <a:bodyPr>
            <a:spAutoFit/>
          </a:bodyPr>
          <a:lstStyle>
            <a:lvl1pPr>
              <a:defRPr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60580A64-4AC1-D547-A7C8-FF2A5434D2C5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52658" y="610597"/>
            <a:ext cx="9586415" cy="3323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  <a:lvl2pPr marL="342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noProof="0"/>
          </a:p>
        </p:txBody>
      </p:sp>
      <p:grpSp>
        <p:nvGrpSpPr>
          <p:cNvPr id="20" name="Group 4">
            <a:extLst>
              <a:ext uri="{FF2B5EF4-FFF2-40B4-BE49-F238E27FC236}">
                <a16:creationId xmlns:a16="http://schemas.microsoft.com/office/drawing/2014/main" id="{94606C33-87B8-4AFF-AF8D-3BA9B6C21CD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78596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23" name="AutoShape 3">
              <a:extLst>
                <a:ext uri="{FF2B5EF4-FFF2-40B4-BE49-F238E27FC236}">
                  <a16:creationId xmlns:a16="http://schemas.microsoft.com/office/drawing/2014/main" id="{D6138836-BE78-42EE-AA1D-2F9DE86593DD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50A847EF-9D82-48C0-8807-DD2B588CD8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7FA11094-2131-4D03-9C37-B2C0B5E8C0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0CF24BF3-852E-497F-922A-8CFA13A12B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2056438F-B7BB-4821-86E8-0E21E4217B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A780C951-A02A-4E5E-A235-A334C27C12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DB9A6084-650E-4900-8E17-4B39F7A20D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F8192D7D-37FB-4624-877F-4BC4661F25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8951349E-FD36-4092-B6F6-02B228122E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2" name="Freeform 13">
              <a:extLst>
                <a:ext uri="{FF2B5EF4-FFF2-40B4-BE49-F238E27FC236}">
                  <a16:creationId xmlns:a16="http://schemas.microsoft.com/office/drawing/2014/main" id="{B72629BF-0B35-49EF-A912-DAEE3FADF19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9DEE29F2-F280-4686-A9A8-395944373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F71481AB-279E-41C8-ACA9-C2DA8D6056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396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659" y="260268"/>
            <a:ext cx="9586415" cy="332399"/>
          </a:xfrm>
        </p:spPr>
        <p:txBody>
          <a:bodyPr>
            <a:spAutoFit/>
          </a:bodyPr>
          <a:lstStyle>
            <a:lvl1pPr>
              <a:defRPr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658" y="1208576"/>
            <a:ext cx="11518145" cy="5040145"/>
          </a:xfrm>
        </p:spPr>
        <p:txBody>
          <a:bodyPr/>
          <a:lstStyle>
            <a:lvl1pPr marL="269875" indent="-269875">
              <a:buFont typeface="+mj-lt"/>
              <a:buAutoNum type="arabicPeriod"/>
              <a:defRPr sz="1800">
                <a:latin typeface="+mn-lt"/>
                <a:cs typeface="Arial" panose="020B0604020202020204" pitchFamily="34" charset="0"/>
              </a:defRPr>
            </a:lvl1pPr>
            <a:lvl2pPr marL="539750" indent="-269875">
              <a:buFont typeface="+mj-lt"/>
              <a:buAutoNum type="arabicPeriod"/>
              <a:defRPr sz="1600">
                <a:latin typeface="+mn-lt"/>
                <a:cs typeface="Arial" panose="020B0604020202020204" pitchFamily="34" charset="0"/>
              </a:defRPr>
            </a:lvl2pPr>
            <a:lvl3pPr marL="717550" indent="-177800">
              <a:buFont typeface="+mj-lt"/>
              <a:buAutoNum type="arabicPeriod"/>
              <a:tabLst/>
              <a:defRPr sz="1400">
                <a:latin typeface="+mn-lt"/>
                <a:cs typeface="Arial" panose="020B0604020202020204" pitchFamily="34" charset="0"/>
              </a:defRPr>
            </a:lvl3pPr>
            <a:lvl4pPr marL="898525" indent="-180975">
              <a:buFont typeface="+mj-lt"/>
              <a:buAutoNum type="arabicPeriod"/>
              <a:defRPr sz="1200">
                <a:latin typeface="+mn-lt"/>
                <a:cs typeface="Arial" panose="020B0604020202020204" pitchFamily="34" charset="0"/>
              </a:defRPr>
            </a:lvl4pPr>
            <a:lvl5pPr marL="1074738" indent="-176213">
              <a:buFont typeface="+mj-lt"/>
              <a:buAutoNum type="arabicPeriod"/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29817F0A-3E21-4700-B3FF-0F0F0F4AA75C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52658" y="610597"/>
            <a:ext cx="9586415" cy="3323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  <a:lvl2pPr marL="342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noProof="0"/>
          </a:p>
        </p:txBody>
      </p:sp>
      <p:grpSp>
        <p:nvGrpSpPr>
          <p:cNvPr id="22" name="Group 4">
            <a:extLst>
              <a:ext uri="{FF2B5EF4-FFF2-40B4-BE49-F238E27FC236}">
                <a16:creationId xmlns:a16="http://schemas.microsoft.com/office/drawing/2014/main" id="{92465776-45A6-44CD-9072-276FCA8C3D74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78596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23" name="AutoShape 3">
              <a:extLst>
                <a:ext uri="{FF2B5EF4-FFF2-40B4-BE49-F238E27FC236}">
                  <a16:creationId xmlns:a16="http://schemas.microsoft.com/office/drawing/2014/main" id="{29825E3F-4B63-406A-A9CC-3401F6AAD4F5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39F588E0-375E-40EC-B63E-FA8687F6D1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D34591EA-1804-432E-9DF8-8D75A1B897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1464E370-4743-44E5-9FC2-433C03C5B2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9E8A5F19-1B1B-4CF5-A816-52323B3A8B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3A59E67B-6470-45A3-A232-3D34F6927A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FB7FCD77-BC08-401D-BA83-CC238615B3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09B25551-6DF8-4F9E-8F74-6699ECBF1A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17CA347B-4422-42D0-8D53-F54D93B92BF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2" name="Freeform 13">
              <a:extLst>
                <a:ext uri="{FF2B5EF4-FFF2-40B4-BE49-F238E27FC236}">
                  <a16:creationId xmlns:a16="http://schemas.microsoft.com/office/drawing/2014/main" id="{E0DDBEEA-CFEE-403F-8FAC-331A201DFB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8031B39C-DF70-43CD-94D0-81EF6CC024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4ED371B5-D44C-4D74-B5F8-F89D42D71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75876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824" y="1206178"/>
            <a:ext cx="5573967" cy="5040145"/>
          </a:xfrm>
        </p:spPr>
        <p:txBody>
          <a:bodyPr lIns="72000" tIns="7200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D38D433-C715-4635-977C-8E54E7555A0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80731" y="1206177"/>
            <a:ext cx="5578776" cy="5040145"/>
          </a:xfrm>
        </p:spPr>
        <p:txBody>
          <a:bodyPr lIns="72000" tIns="7200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9E92947-3625-9041-9213-E2B75D84A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260268"/>
            <a:ext cx="9586415" cy="332399"/>
          </a:xfrm>
        </p:spPr>
        <p:txBody>
          <a:bodyPr>
            <a:spAutoFit/>
          </a:bodyPr>
          <a:lstStyle>
            <a:lvl1pPr>
              <a:defRPr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710AC261-10B5-584A-91F3-14A61852EFBE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252658" y="610597"/>
            <a:ext cx="9586415" cy="3323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  <a:lvl2pPr marL="342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noProof="0"/>
          </a:p>
        </p:txBody>
      </p:sp>
      <p:grpSp>
        <p:nvGrpSpPr>
          <p:cNvPr id="19" name="Group 4">
            <a:extLst>
              <a:ext uri="{FF2B5EF4-FFF2-40B4-BE49-F238E27FC236}">
                <a16:creationId xmlns:a16="http://schemas.microsoft.com/office/drawing/2014/main" id="{A8A943C3-1379-499A-A8A6-41D5362C5C1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78596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22" name="AutoShape 3">
              <a:extLst>
                <a:ext uri="{FF2B5EF4-FFF2-40B4-BE49-F238E27FC236}">
                  <a16:creationId xmlns:a16="http://schemas.microsoft.com/office/drawing/2014/main" id="{26F7B60B-9BEA-49E4-8477-7195219E3403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0DA359F6-1339-49C3-9382-79BEA9F3D2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04779FF0-DDCC-405A-8A7F-BAEF71FA8F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E925ED24-DB1A-42EF-8C81-848273020D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8CC5B0C1-B8B3-4F9C-8E68-FB9E998A567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34F3EDB6-FE7C-462E-BB43-CAE35EBC549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0C94C8B8-CBC0-42C8-8A35-C38A592185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BD9D61AE-0A56-45EF-8877-45ED53B45F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2049F35F-A4B0-4163-9D3A-5C38BFB360E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CBBC93A2-9074-49D3-B8A1-1C42390EFA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7778DC4A-6DD8-4810-A49B-89B671171F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4" name="Footer Placeholder 3">
            <a:extLst>
              <a:ext uri="{FF2B5EF4-FFF2-40B4-BE49-F238E27FC236}">
                <a16:creationId xmlns:a16="http://schemas.microsoft.com/office/drawing/2014/main" id="{B66B4EB9-2868-4BA8-BD4D-16B8E7A16D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89468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box and circle fo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824" y="1206178"/>
            <a:ext cx="5573967" cy="5040145"/>
          </a:xfrm>
        </p:spPr>
        <p:txBody>
          <a:bodyPr lIns="72000" tIns="7200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1605E3C-D76A-4678-9277-BF9E208575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13444" y="1274619"/>
            <a:ext cx="5040000" cy="5040000"/>
          </a:xfrm>
          <a:prstGeom prst="ellipse">
            <a:avLst/>
          </a:prstGeom>
        </p:spPr>
        <p:txBody>
          <a:bodyPr/>
          <a:lstStyle>
            <a:lvl1pPr algn="ctr">
              <a:buNone/>
              <a:defRPr b="0" i="0">
                <a:solidFill>
                  <a:srgbClr val="1C67AF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C29EECA6-DA60-0545-94DA-DA2F8B812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260268"/>
            <a:ext cx="9586415" cy="332399"/>
          </a:xfrm>
        </p:spPr>
        <p:txBody>
          <a:bodyPr>
            <a:spAutoFit/>
          </a:bodyPr>
          <a:lstStyle>
            <a:lvl1pPr>
              <a:defRPr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78EE7002-C39A-5A48-B25E-20539A4FFD23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252658" y="610597"/>
            <a:ext cx="9586415" cy="3323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  <a:lvl2pPr marL="342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noProof="0"/>
          </a:p>
        </p:txBody>
      </p:sp>
      <p:grpSp>
        <p:nvGrpSpPr>
          <p:cNvPr id="19" name="Group 4">
            <a:extLst>
              <a:ext uri="{FF2B5EF4-FFF2-40B4-BE49-F238E27FC236}">
                <a16:creationId xmlns:a16="http://schemas.microsoft.com/office/drawing/2014/main" id="{7F57E830-3329-4063-98C7-AA1FC1445B7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78596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22" name="AutoShape 3">
              <a:extLst>
                <a:ext uri="{FF2B5EF4-FFF2-40B4-BE49-F238E27FC236}">
                  <a16:creationId xmlns:a16="http://schemas.microsoft.com/office/drawing/2014/main" id="{688840B2-0A92-4968-8A8C-8571322121EC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41BDBAC3-497E-41B0-8987-40DE00FB5A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BEE17792-2541-41AB-A3A4-1488AC9142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7FE4A7E9-42E0-43D0-B996-856DC1B075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451758A0-E6AE-4136-8372-7F123E7215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7F1B4E05-1C49-4628-8296-6E4C82BBB0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1E04FE10-677A-40F8-8E43-1902F64A8B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41247AD3-2593-4B15-AE2E-32BD9D2413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572ADC10-CD08-4D6A-B222-9D3819CDFD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398F446D-EC4D-4BFB-87DA-8DE6584F8C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3A975D44-BBDE-415E-AD10-4B5D27EC1F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4" name="Footer Placeholder 3">
            <a:extLst>
              <a:ext uri="{FF2B5EF4-FFF2-40B4-BE49-F238E27FC236}">
                <a16:creationId xmlns:a16="http://schemas.microsoft.com/office/drawing/2014/main" id="{D7853777-3467-41CD-B494-D2A35BD43D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02376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box, Safe Spac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824" y="1206178"/>
            <a:ext cx="5573967" cy="5040145"/>
          </a:xfrm>
        </p:spPr>
        <p:txBody>
          <a:bodyPr lIns="72000" tIns="7200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C29EECA6-DA60-0545-94DA-DA2F8B812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260268"/>
            <a:ext cx="9586415" cy="332399"/>
          </a:xfrm>
        </p:spPr>
        <p:txBody>
          <a:bodyPr>
            <a:spAutoFit/>
          </a:bodyPr>
          <a:lstStyle>
            <a:lvl1pPr>
              <a:defRPr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78EE7002-C39A-5A48-B25E-20539A4FFD23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252658" y="610597"/>
            <a:ext cx="9586415" cy="3323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  <a:lvl2pPr marL="342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noProof="0"/>
          </a:p>
        </p:txBody>
      </p:sp>
      <p:grpSp>
        <p:nvGrpSpPr>
          <p:cNvPr id="19" name="Group 4">
            <a:extLst>
              <a:ext uri="{FF2B5EF4-FFF2-40B4-BE49-F238E27FC236}">
                <a16:creationId xmlns:a16="http://schemas.microsoft.com/office/drawing/2014/main" id="{7F57E830-3329-4063-98C7-AA1FC1445B7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78596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22" name="AutoShape 3">
              <a:extLst>
                <a:ext uri="{FF2B5EF4-FFF2-40B4-BE49-F238E27FC236}">
                  <a16:creationId xmlns:a16="http://schemas.microsoft.com/office/drawing/2014/main" id="{688840B2-0A92-4968-8A8C-8571322121EC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41BDBAC3-497E-41B0-8987-40DE00FB5A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BEE17792-2541-41AB-A3A4-1488AC9142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7FE4A7E9-42E0-43D0-B996-856DC1B075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451758A0-E6AE-4136-8372-7F123E7215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7F1B4E05-1C49-4628-8296-6E4C82BBB0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1E04FE10-677A-40F8-8E43-1902F64A8B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41247AD3-2593-4B15-AE2E-32BD9D2413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572ADC10-CD08-4D6A-B222-9D3819CDFD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398F446D-EC4D-4BFB-87DA-8DE6584F8C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37" name="Picture Placeholder 23">
            <a:extLst>
              <a:ext uri="{FF2B5EF4-FFF2-40B4-BE49-F238E27FC236}">
                <a16:creationId xmlns:a16="http://schemas.microsoft.com/office/drawing/2014/main" id="{632F94C8-BFF9-44C4-AD1A-92E5E5E20C6E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6813533" y="1274619"/>
            <a:ext cx="5039466" cy="5040000"/>
          </a:xfrm>
          <a:custGeom>
            <a:avLst/>
            <a:gdLst>
              <a:gd name="connsiteX0" fmla="*/ 991609 w 1983218"/>
              <a:gd name="connsiteY0" fmla="*/ 0 h 1983428"/>
              <a:gd name="connsiteX1" fmla="*/ 1983218 w 1983218"/>
              <a:gd name="connsiteY1" fmla="*/ 991609 h 1983428"/>
              <a:gd name="connsiteX2" fmla="*/ 991399 w 1983218"/>
              <a:gd name="connsiteY2" fmla="*/ 1983428 h 1983428"/>
              <a:gd name="connsiteX3" fmla="*/ 237390 w 1983218"/>
              <a:gd name="connsiteY3" fmla="*/ 1635494 h 1983428"/>
              <a:gd name="connsiteX4" fmla="*/ 287345 w 1983218"/>
              <a:gd name="connsiteY4" fmla="*/ 1620941 h 1983428"/>
              <a:gd name="connsiteX5" fmla="*/ 339399 w 1983218"/>
              <a:gd name="connsiteY5" fmla="*/ 1616744 h 1983428"/>
              <a:gd name="connsiteX6" fmla="*/ 446934 w 1983218"/>
              <a:gd name="connsiteY6" fmla="*/ 1627798 h 1983428"/>
              <a:gd name="connsiteX7" fmla="*/ 538448 w 1983218"/>
              <a:gd name="connsiteY7" fmla="*/ 1637663 h 1983428"/>
              <a:gd name="connsiteX8" fmla="*/ 542996 w 1983218"/>
              <a:gd name="connsiteY8" fmla="*/ 1637593 h 1983428"/>
              <a:gd name="connsiteX9" fmla="*/ 620377 w 1983218"/>
              <a:gd name="connsiteY9" fmla="*/ 1612126 h 1983428"/>
              <a:gd name="connsiteX10" fmla="*/ 672640 w 1983218"/>
              <a:gd name="connsiteY10" fmla="*/ 1542861 h 1983428"/>
              <a:gd name="connsiteX11" fmla="*/ 686703 w 1983218"/>
              <a:gd name="connsiteY11" fmla="*/ 1502981 h 1983428"/>
              <a:gd name="connsiteX12" fmla="*/ 672570 w 1983218"/>
              <a:gd name="connsiteY12" fmla="*/ 1499413 h 1983428"/>
              <a:gd name="connsiteX13" fmla="*/ 667883 w 1983218"/>
              <a:gd name="connsiteY13" fmla="*/ 1508928 h 1983428"/>
              <a:gd name="connsiteX14" fmla="*/ 620517 w 1983218"/>
              <a:gd name="connsiteY14" fmla="*/ 1562941 h 1983428"/>
              <a:gd name="connsiteX15" fmla="*/ 586304 w 1983218"/>
              <a:gd name="connsiteY15" fmla="*/ 1579382 h 1983428"/>
              <a:gd name="connsiteX16" fmla="*/ 530752 w 1983218"/>
              <a:gd name="connsiteY16" fmla="*/ 1586029 h 1983428"/>
              <a:gd name="connsiteX17" fmla="*/ 488703 w 1983218"/>
              <a:gd name="connsiteY17" fmla="*/ 1584560 h 1983428"/>
              <a:gd name="connsiteX18" fmla="*/ 441757 w 1983218"/>
              <a:gd name="connsiteY18" fmla="*/ 1581621 h 1983428"/>
              <a:gd name="connsiteX19" fmla="*/ 392992 w 1983218"/>
              <a:gd name="connsiteY19" fmla="*/ 1579662 h 1983428"/>
              <a:gd name="connsiteX20" fmla="*/ 355001 w 1983218"/>
              <a:gd name="connsiteY20" fmla="*/ 1581551 h 1983428"/>
              <a:gd name="connsiteX21" fmla="*/ 619327 w 1983218"/>
              <a:gd name="connsiteY21" fmla="*/ 1228160 h 1983428"/>
              <a:gd name="connsiteX22" fmla="*/ 286715 w 1983218"/>
              <a:gd name="connsiteY22" fmla="*/ 1228160 h 1983428"/>
              <a:gd name="connsiteX23" fmla="*/ 260688 w 1983218"/>
              <a:gd name="connsiteY23" fmla="*/ 1328349 h 1983428"/>
              <a:gd name="connsiteX24" fmla="*/ 276221 w 1983218"/>
              <a:gd name="connsiteY24" fmla="*/ 1331847 h 1983428"/>
              <a:gd name="connsiteX25" fmla="*/ 280558 w 1983218"/>
              <a:gd name="connsiteY25" fmla="*/ 1323592 h 1983428"/>
              <a:gd name="connsiteX26" fmla="*/ 313092 w 1983218"/>
              <a:gd name="connsiteY26" fmla="*/ 1284901 h 1983428"/>
              <a:gd name="connsiteX27" fmla="*/ 345625 w 1983218"/>
              <a:gd name="connsiteY27" fmla="*/ 1271608 h 1983428"/>
              <a:gd name="connsiteX28" fmla="*/ 424825 w 1983218"/>
              <a:gd name="connsiteY28" fmla="*/ 1265451 h 1983428"/>
              <a:gd name="connsiteX29" fmla="*/ 453161 w 1983218"/>
              <a:gd name="connsiteY29" fmla="*/ 1265521 h 1983428"/>
              <a:gd name="connsiteX30" fmla="*/ 481777 w 1983218"/>
              <a:gd name="connsiteY30" fmla="*/ 1265451 h 1983428"/>
              <a:gd name="connsiteX31" fmla="*/ 218150 w 1983218"/>
              <a:gd name="connsiteY31" fmla="*/ 1611846 h 1983428"/>
              <a:gd name="connsiteX32" fmla="*/ 0 w 1983218"/>
              <a:gd name="connsiteY32" fmla="*/ 991609 h 1983428"/>
              <a:gd name="connsiteX33" fmla="*/ 991609 w 1983218"/>
              <a:gd name="connsiteY33" fmla="*/ 0 h 1983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983218" h="1983428">
                <a:moveTo>
                  <a:pt x="991609" y="0"/>
                </a:moveTo>
                <a:cubicBezTo>
                  <a:pt x="1539293" y="0"/>
                  <a:pt x="1983218" y="443996"/>
                  <a:pt x="1983218" y="991609"/>
                </a:cubicBezTo>
                <a:cubicBezTo>
                  <a:pt x="1983218" y="1539293"/>
                  <a:pt x="1539293" y="1983218"/>
                  <a:pt x="991399" y="1983428"/>
                </a:cubicBezTo>
                <a:cubicBezTo>
                  <a:pt x="689502" y="1983428"/>
                  <a:pt x="419298" y="1848327"/>
                  <a:pt x="237390" y="1635494"/>
                </a:cubicBezTo>
                <a:cubicBezTo>
                  <a:pt x="256211" y="1627098"/>
                  <a:pt x="265516" y="1624370"/>
                  <a:pt x="287345" y="1620941"/>
                </a:cubicBezTo>
                <a:cubicBezTo>
                  <a:pt x="304696" y="1618073"/>
                  <a:pt x="321418" y="1616744"/>
                  <a:pt x="339399" y="1616744"/>
                </a:cubicBezTo>
                <a:cubicBezTo>
                  <a:pt x="366265" y="1616744"/>
                  <a:pt x="393481" y="1619542"/>
                  <a:pt x="446934" y="1627798"/>
                </a:cubicBezTo>
                <a:cubicBezTo>
                  <a:pt x="499548" y="1635844"/>
                  <a:pt x="516479" y="1637663"/>
                  <a:pt x="538448" y="1637663"/>
                </a:cubicBezTo>
                <a:lnTo>
                  <a:pt x="542996" y="1637593"/>
                </a:lnTo>
                <a:cubicBezTo>
                  <a:pt x="572661" y="1637103"/>
                  <a:pt x="597708" y="1628917"/>
                  <a:pt x="620377" y="1612126"/>
                </a:cubicBezTo>
                <a:cubicBezTo>
                  <a:pt x="642416" y="1595824"/>
                  <a:pt x="658437" y="1574555"/>
                  <a:pt x="672640" y="1542861"/>
                </a:cubicBezTo>
                <a:cubicBezTo>
                  <a:pt x="679707" y="1527189"/>
                  <a:pt x="682086" y="1520472"/>
                  <a:pt x="686703" y="1502981"/>
                </a:cubicBezTo>
                <a:lnTo>
                  <a:pt x="672570" y="1499413"/>
                </a:lnTo>
                <a:cubicBezTo>
                  <a:pt x="670681" y="1503681"/>
                  <a:pt x="668932" y="1506829"/>
                  <a:pt x="667883" y="1508928"/>
                </a:cubicBezTo>
                <a:cubicBezTo>
                  <a:pt x="657108" y="1529568"/>
                  <a:pt x="639057" y="1550067"/>
                  <a:pt x="620517" y="1562941"/>
                </a:cubicBezTo>
                <a:cubicBezTo>
                  <a:pt x="609882" y="1570077"/>
                  <a:pt x="598408" y="1575674"/>
                  <a:pt x="586304" y="1579382"/>
                </a:cubicBezTo>
                <a:cubicBezTo>
                  <a:pt x="570702" y="1584140"/>
                  <a:pt x="554960" y="1586029"/>
                  <a:pt x="530752" y="1586029"/>
                </a:cubicBezTo>
                <a:cubicBezTo>
                  <a:pt x="519907" y="1586029"/>
                  <a:pt x="505565" y="1585539"/>
                  <a:pt x="488703" y="1584560"/>
                </a:cubicBezTo>
                <a:lnTo>
                  <a:pt x="441757" y="1581621"/>
                </a:lnTo>
                <a:cubicBezTo>
                  <a:pt x="419998" y="1580362"/>
                  <a:pt x="403696" y="1579662"/>
                  <a:pt x="392992" y="1579662"/>
                </a:cubicBezTo>
                <a:cubicBezTo>
                  <a:pt x="379069" y="1579662"/>
                  <a:pt x="372142" y="1580012"/>
                  <a:pt x="355001" y="1581551"/>
                </a:cubicBezTo>
                <a:lnTo>
                  <a:pt x="619327" y="1228160"/>
                </a:lnTo>
                <a:lnTo>
                  <a:pt x="286715" y="1228160"/>
                </a:lnTo>
                <a:lnTo>
                  <a:pt x="260688" y="1328349"/>
                </a:lnTo>
                <a:lnTo>
                  <a:pt x="276221" y="1331847"/>
                </a:lnTo>
                <a:cubicBezTo>
                  <a:pt x="278110" y="1327999"/>
                  <a:pt x="279579" y="1325411"/>
                  <a:pt x="280558" y="1323592"/>
                </a:cubicBezTo>
                <a:cubicBezTo>
                  <a:pt x="289234" y="1308059"/>
                  <a:pt x="302527" y="1292317"/>
                  <a:pt x="313092" y="1284901"/>
                </a:cubicBezTo>
                <a:cubicBezTo>
                  <a:pt x="322117" y="1278534"/>
                  <a:pt x="333172" y="1274057"/>
                  <a:pt x="345625" y="1271608"/>
                </a:cubicBezTo>
                <a:cubicBezTo>
                  <a:pt x="366125" y="1267620"/>
                  <a:pt x="394531" y="1265451"/>
                  <a:pt x="424825" y="1265451"/>
                </a:cubicBezTo>
                <a:lnTo>
                  <a:pt x="453161" y="1265521"/>
                </a:lnTo>
                <a:lnTo>
                  <a:pt x="481777" y="1265451"/>
                </a:lnTo>
                <a:lnTo>
                  <a:pt x="218150" y="1611846"/>
                </a:lnTo>
                <a:cubicBezTo>
                  <a:pt x="81789" y="1441972"/>
                  <a:pt x="0" y="1226411"/>
                  <a:pt x="0" y="991609"/>
                </a:cubicBezTo>
                <a:cubicBezTo>
                  <a:pt x="0" y="443996"/>
                  <a:pt x="443996" y="0"/>
                  <a:pt x="99160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940119E-5F10-4EB4-B937-FD54D14501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5" name="Footer Placeholder 3">
            <a:extLst>
              <a:ext uri="{FF2B5EF4-FFF2-40B4-BE49-F238E27FC236}">
                <a16:creationId xmlns:a16="http://schemas.microsoft.com/office/drawing/2014/main" id="{40454D8E-1F3F-4D16-AA7F-FBF0AED1BC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8524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box, Safe Space imag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824" y="1206178"/>
            <a:ext cx="5573967" cy="5040145"/>
          </a:xfrm>
        </p:spPr>
        <p:txBody>
          <a:bodyPr lIns="72000" tIns="7200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C29EECA6-DA60-0545-94DA-DA2F8B812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260268"/>
            <a:ext cx="9586415" cy="332399"/>
          </a:xfrm>
        </p:spPr>
        <p:txBody>
          <a:bodyPr>
            <a:spAutoFit/>
          </a:bodyPr>
          <a:lstStyle>
            <a:lvl1pPr>
              <a:defRPr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78EE7002-C39A-5A48-B25E-20539A4FFD23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252658" y="610597"/>
            <a:ext cx="9586415" cy="3323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  <a:lvl2pPr marL="342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noProof="0"/>
          </a:p>
        </p:txBody>
      </p:sp>
      <p:grpSp>
        <p:nvGrpSpPr>
          <p:cNvPr id="19" name="Group 4">
            <a:extLst>
              <a:ext uri="{FF2B5EF4-FFF2-40B4-BE49-F238E27FC236}">
                <a16:creationId xmlns:a16="http://schemas.microsoft.com/office/drawing/2014/main" id="{7F57E830-3329-4063-98C7-AA1FC1445B7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78596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22" name="AutoShape 3">
              <a:extLst>
                <a:ext uri="{FF2B5EF4-FFF2-40B4-BE49-F238E27FC236}">
                  <a16:creationId xmlns:a16="http://schemas.microsoft.com/office/drawing/2014/main" id="{688840B2-0A92-4968-8A8C-8571322121EC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41BDBAC3-497E-41B0-8987-40DE00FB5A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BEE17792-2541-41AB-A3A4-1488AC9142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7FE4A7E9-42E0-43D0-B996-856DC1B075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451758A0-E6AE-4136-8372-7F123E7215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7F1B4E05-1C49-4628-8296-6E4C82BBB0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1E04FE10-677A-40F8-8E43-1902F64A8B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41247AD3-2593-4B15-AE2E-32BD9D2413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572ADC10-CD08-4D6A-B222-9D3819CDFD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398F446D-EC4D-4BFB-87DA-8DE6584F8C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8A849791-6852-4C64-AE72-FB234CCCE27F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6813533" y="1274619"/>
            <a:ext cx="5040000" cy="5040000"/>
          </a:xfrm>
          <a:custGeom>
            <a:avLst/>
            <a:gdLst>
              <a:gd name="connsiteX0" fmla="*/ 991609 w 1983218"/>
              <a:gd name="connsiteY0" fmla="*/ 0 h 1983218"/>
              <a:gd name="connsiteX1" fmla="*/ 1983218 w 1983218"/>
              <a:gd name="connsiteY1" fmla="*/ 991609 h 1983218"/>
              <a:gd name="connsiteX2" fmla="*/ 991679 w 1983218"/>
              <a:gd name="connsiteY2" fmla="*/ 1983218 h 1983218"/>
              <a:gd name="connsiteX3" fmla="*/ 236970 w 1983218"/>
              <a:gd name="connsiteY3" fmla="*/ 1634445 h 1983218"/>
              <a:gd name="connsiteX4" fmla="*/ 303087 w 1983218"/>
              <a:gd name="connsiteY4" fmla="*/ 1615274 h 1983218"/>
              <a:gd name="connsiteX5" fmla="*/ 372492 w 1983218"/>
              <a:gd name="connsiteY5" fmla="*/ 1609677 h 1983218"/>
              <a:gd name="connsiteX6" fmla="*/ 515919 w 1983218"/>
              <a:gd name="connsiteY6" fmla="*/ 1624440 h 1983218"/>
              <a:gd name="connsiteX7" fmla="*/ 637938 w 1983218"/>
              <a:gd name="connsiteY7" fmla="*/ 1637593 h 1983218"/>
              <a:gd name="connsiteX8" fmla="*/ 643955 w 1983218"/>
              <a:gd name="connsiteY8" fmla="*/ 1637523 h 1983218"/>
              <a:gd name="connsiteX9" fmla="*/ 747083 w 1983218"/>
              <a:gd name="connsiteY9" fmla="*/ 1603520 h 1983218"/>
              <a:gd name="connsiteX10" fmla="*/ 816768 w 1983218"/>
              <a:gd name="connsiteY10" fmla="*/ 1511167 h 1983218"/>
              <a:gd name="connsiteX11" fmla="*/ 835448 w 1983218"/>
              <a:gd name="connsiteY11" fmla="*/ 1457994 h 1983218"/>
              <a:gd name="connsiteX12" fmla="*/ 816558 w 1983218"/>
              <a:gd name="connsiteY12" fmla="*/ 1453166 h 1983218"/>
              <a:gd name="connsiteX13" fmla="*/ 810261 w 1983218"/>
              <a:gd name="connsiteY13" fmla="*/ 1465830 h 1983218"/>
              <a:gd name="connsiteX14" fmla="*/ 747083 w 1983218"/>
              <a:gd name="connsiteY14" fmla="*/ 1537893 h 1983218"/>
              <a:gd name="connsiteX15" fmla="*/ 701466 w 1983218"/>
              <a:gd name="connsiteY15" fmla="*/ 1559862 h 1983218"/>
              <a:gd name="connsiteX16" fmla="*/ 627303 w 1983218"/>
              <a:gd name="connsiteY16" fmla="*/ 1568748 h 1983218"/>
              <a:gd name="connsiteX17" fmla="*/ 571192 w 1983218"/>
              <a:gd name="connsiteY17" fmla="*/ 1566789 h 1983218"/>
              <a:gd name="connsiteX18" fmla="*/ 508573 w 1983218"/>
              <a:gd name="connsiteY18" fmla="*/ 1562941 h 1983218"/>
              <a:gd name="connsiteX19" fmla="*/ 443576 w 1983218"/>
              <a:gd name="connsiteY19" fmla="*/ 1560352 h 1983218"/>
              <a:gd name="connsiteX20" fmla="*/ 392922 w 1983218"/>
              <a:gd name="connsiteY20" fmla="*/ 1562871 h 1983218"/>
              <a:gd name="connsiteX21" fmla="*/ 745334 w 1983218"/>
              <a:gd name="connsiteY21" fmla="*/ 1091659 h 1983218"/>
              <a:gd name="connsiteX22" fmla="*/ 301828 w 1983218"/>
              <a:gd name="connsiteY22" fmla="*/ 1091659 h 1983218"/>
              <a:gd name="connsiteX23" fmla="*/ 267125 w 1983218"/>
              <a:gd name="connsiteY23" fmla="*/ 1225291 h 1983218"/>
              <a:gd name="connsiteX24" fmla="*/ 287835 w 1983218"/>
              <a:gd name="connsiteY24" fmla="*/ 1229979 h 1983218"/>
              <a:gd name="connsiteX25" fmla="*/ 293572 w 1983218"/>
              <a:gd name="connsiteY25" fmla="*/ 1218924 h 1983218"/>
              <a:gd name="connsiteX26" fmla="*/ 336950 w 1983218"/>
              <a:gd name="connsiteY26" fmla="*/ 1167361 h 1983218"/>
              <a:gd name="connsiteX27" fmla="*/ 380328 w 1983218"/>
              <a:gd name="connsiteY27" fmla="*/ 1149659 h 1983218"/>
              <a:gd name="connsiteX28" fmla="*/ 485975 w 1983218"/>
              <a:gd name="connsiteY28" fmla="*/ 1141474 h 1983218"/>
              <a:gd name="connsiteX29" fmla="*/ 523755 w 1983218"/>
              <a:gd name="connsiteY29" fmla="*/ 1141544 h 1983218"/>
              <a:gd name="connsiteX30" fmla="*/ 561886 w 1983218"/>
              <a:gd name="connsiteY30" fmla="*/ 1141474 h 1983218"/>
              <a:gd name="connsiteX31" fmla="*/ 210943 w 1983218"/>
              <a:gd name="connsiteY31" fmla="*/ 1602681 h 1983218"/>
              <a:gd name="connsiteX32" fmla="*/ 0 w 1983218"/>
              <a:gd name="connsiteY32" fmla="*/ 991609 h 1983218"/>
              <a:gd name="connsiteX33" fmla="*/ 991609 w 1983218"/>
              <a:gd name="connsiteY33" fmla="*/ 0 h 1983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983218" h="1983218">
                <a:moveTo>
                  <a:pt x="991609" y="0"/>
                </a:moveTo>
                <a:cubicBezTo>
                  <a:pt x="1539293" y="0"/>
                  <a:pt x="1983218" y="443996"/>
                  <a:pt x="1983218" y="991609"/>
                </a:cubicBezTo>
                <a:cubicBezTo>
                  <a:pt x="1983218" y="1539293"/>
                  <a:pt x="1539293" y="1983218"/>
                  <a:pt x="991679" y="1983218"/>
                </a:cubicBezTo>
                <a:cubicBezTo>
                  <a:pt x="689362" y="1983218"/>
                  <a:pt x="418878" y="1847767"/>
                  <a:pt x="236970" y="1634445"/>
                </a:cubicBezTo>
                <a:cubicBezTo>
                  <a:pt x="261668" y="1623390"/>
                  <a:pt x="274122" y="1619822"/>
                  <a:pt x="303087" y="1615274"/>
                </a:cubicBezTo>
                <a:cubicBezTo>
                  <a:pt x="326245" y="1611496"/>
                  <a:pt x="348494" y="1609677"/>
                  <a:pt x="372492" y="1609677"/>
                </a:cubicBezTo>
                <a:cubicBezTo>
                  <a:pt x="408314" y="1609677"/>
                  <a:pt x="444625" y="1613455"/>
                  <a:pt x="515919" y="1624440"/>
                </a:cubicBezTo>
                <a:cubicBezTo>
                  <a:pt x="586024" y="1635144"/>
                  <a:pt x="608693" y="1637593"/>
                  <a:pt x="637938" y="1637593"/>
                </a:cubicBezTo>
                <a:lnTo>
                  <a:pt x="643955" y="1637523"/>
                </a:lnTo>
                <a:cubicBezTo>
                  <a:pt x="683485" y="1636823"/>
                  <a:pt x="716858" y="1625909"/>
                  <a:pt x="747083" y="1603520"/>
                </a:cubicBezTo>
                <a:cubicBezTo>
                  <a:pt x="776468" y="1581831"/>
                  <a:pt x="797807" y="1553425"/>
                  <a:pt x="816768" y="1511167"/>
                </a:cubicBezTo>
                <a:cubicBezTo>
                  <a:pt x="826073" y="1490317"/>
                  <a:pt x="829291" y="1481362"/>
                  <a:pt x="835448" y="1457994"/>
                </a:cubicBezTo>
                <a:lnTo>
                  <a:pt x="816558" y="1453166"/>
                </a:lnTo>
                <a:cubicBezTo>
                  <a:pt x="813969" y="1458763"/>
                  <a:pt x="811660" y="1463031"/>
                  <a:pt x="810261" y="1465830"/>
                </a:cubicBezTo>
                <a:cubicBezTo>
                  <a:pt x="795918" y="1493326"/>
                  <a:pt x="771850" y="1520752"/>
                  <a:pt x="747083" y="1537893"/>
                </a:cubicBezTo>
                <a:cubicBezTo>
                  <a:pt x="732950" y="1547478"/>
                  <a:pt x="717628" y="1554895"/>
                  <a:pt x="701466" y="1559862"/>
                </a:cubicBezTo>
                <a:cubicBezTo>
                  <a:pt x="680546" y="1566229"/>
                  <a:pt x="659557" y="1568748"/>
                  <a:pt x="627303" y="1568748"/>
                </a:cubicBezTo>
                <a:cubicBezTo>
                  <a:pt x="612821" y="1568748"/>
                  <a:pt x="593720" y="1568048"/>
                  <a:pt x="571192" y="1566789"/>
                </a:cubicBezTo>
                <a:lnTo>
                  <a:pt x="508573" y="1562941"/>
                </a:lnTo>
                <a:cubicBezTo>
                  <a:pt x="479608" y="1561262"/>
                  <a:pt x="457849" y="1560352"/>
                  <a:pt x="443576" y="1560352"/>
                </a:cubicBezTo>
                <a:cubicBezTo>
                  <a:pt x="425035" y="1560352"/>
                  <a:pt x="415800" y="1560842"/>
                  <a:pt x="392922" y="1562871"/>
                </a:cubicBezTo>
                <a:lnTo>
                  <a:pt x="745334" y="1091659"/>
                </a:lnTo>
                <a:lnTo>
                  <a:pt x="301828" y="1091659"/>
                </a:lnTo>
                <a:lnTo>
                  <a:pt x="267125" y="1225291"/>
                </a:lnTo>
                <a:lnTo>
                  <a:pt x="287835" y="1229979"/>
                </a:lnTo>
                <a:cubicBezTo>
                  <a:pt x="290283" y="1224871"/>
                  <a:pt x="292242" y="1221303"/>
                  <a:pt x="293572" y="1218924"/>
                </a:cubicBezTo>
                <a:cubicBezTo>
                  <a:pt x="305116" y="1198285"/>
                  <a:pt x="322817" y="1177225"/>
                  <a:pt x="336950" y="1167361"/>
                </a:cubicBezTo>
                <a:cubicBezTo>
                  <a:pt x="348984" y="1158895"/>
                  <a:pt x="363746" y="1152948"/>
                  <a:pt x="380328" y="1149659"/>
                </a:cubicBezTo>
                <a:cubicBezTo>
                  <a:pt x="407684" y="1144342"/>
                  <a:pt x="445605" y="1141474"/>
                  <a:pt x="485975" y="1141474"/>
                </a:cubicBezTo>
                <a:lnTo>
                  <a:pt x="523755" y="1141544"/>
                </a:lnTo>
                <a:lnTo>
                  <a:pt x="561886" y="1141474"/>
                </a:lnTo>
                <a:lnTo>
                  <a:pt x="210943" y="1602681"/>
                </a:lnTo>
                <a:cubicBezTo>
                  <a:pt x="78920" y="1434276"/>
                  <a:pt x="0" y="1222213"/>
                  <a:pt x="0" y="991609"/>
                </a:cubicBezTo>
                <a:cubicBezTo>
                  <a:pt x="0" y="443996"/>
                  <a:pt x="443996" y="0"/>
                  <a:pt x="99160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93FBEF06-3376-4805-93CA-9F93395D9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4" name="Footer Placeholder 3">
            <a:extLst>
              <a:ext uri="{FF2B5EF4-FFF2-40B4-BE49-F238E27FC236}">
                <a16:creationId xmlns:a16="http://schemas.microsoft.com/office/drawing/2014/main" id="{84B6CFBF-971A-45D4-9A48-C535D13B97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501340"/>
      </p:ext>
    </p:extLst>
  </p:cSld>
  <p:clrMapOvr>
    <a:masterClrMapping/>
  </p:clrMapOvr>
  <p:hf hd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box and 3 imag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240E76D1-56AB-41F8-8334-371CEAB4738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79656" y="1436992"/>
            <a:ext cx="1920000" cy="1920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333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FDFBA93-64DC-4F26-953C-E4271D7A5F2C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871864" y="1436992"/>
            <a:ext cx="1920000" cy="1920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333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33BE1813-D5B5-4415-BB63-F6AD5397276E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8688288" y="1436992"/>
            <a:ext cx="1920000" cy="1920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333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E310D89-47FE-194B-8632-078ED6BD7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260268"/>
            <a:ext cx="9586415" cy="332399"/>
          </a:xfrm>
        </p:spPr>
        <p:txBody>
          <a:bodyPr>
            <a:spAutoFit/>
          </a:bodyPr>
          <a:lstStyle>
            <a:lvl1pPr>
              <a:defRPr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C3A0D7BD-03D2-854B-B4D1-F90AD6E503C9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52658" y="610597"/>
            <a:ext cx="9586415" cy="3323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  <a:lvl2pPr marL="342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noProof="0"/>
          </a:p>
        </p:txBody>
      </p:sp>
      <p:grpSp>
        <p:nvGrpSpPr>
          <p:cNvPr id="22" name="Group 4">
            <a:extLst>
              <a:ext uri="{FF2B5EF4-FFF2-40B4-BE49-F238E27FC236}">
                <a16:creationId xmlns:a16="http://schemas.microsoft.com/office/drawing/2014/main" id="{120CBD0B-068A-4C9D-A5D9-CC3C32A54D7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78596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23" name="AutoShape 3">
              <a:extLst>
                <a:ext uri="{FF2B5EF4-FFF2-40B4-BE49-F238E27FC236}">
                  <a16:creationId xmlns:a16="http://schemas.microsoft.com/office/drawing/2014/main" id="{E104E6B1-C1DC-467A-BB1D-FF9D3EC1AC9B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D2DB3497-EF73-45DC-A6F1-AD7FD36C2A4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5691E393-78CA-4B9E-9494-DA83F7CB10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C65EB71A-6536-4B43-9DB4-67DC4EE291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6BBC35C7-7D0A-47E2-B2C4-06C5445470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A584396E-C3BB-4279-AED5-86C460BF26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5F2F9B40-5A8A-438C-941A-F5B69038E2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BBE2A4D2-785C-41E1-80BD-11621F7993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84875BC3-7911-4AAB-A751-3F6F3DA3F9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2" name="Freeform 13">
              <a:extLst>
                <a:ext uri="{FF2B5EF4-FFF2-40B4-BE49-F238E27FC236}">
                  <a16:creationId xmlns:a16="http://schemas.microsoft.com/office/drawing/2014/main" id="{93909FC0-F49E-485A-A2A8-CCDB496B6B9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714EC8C7-A133-478F-BF8B-66FEF67BC7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5" name="Footer Placeholder 3">
            <a:extLst>
              <a:ext uri="{FF2B5EF4-FFF2-40B4-BE49-F238E27FC236}">
                <a16:creationId xmlns:a16="http://schemas.microsoft.com/office/drawing/2014/main" id="{E5C41A63-DFB8-45B3-BA91-86A5B9928F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33686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660FE9-7058-445A-A87D-587C9395E97C}"/>
              </a:ext>
            </a:extLst>
          </p:cNvPr>
          <p:cNvSpPr/>
          <p:nvPr userDrawn="1"/>
        </p:nvSpPr>
        <p:spPr>
          <a:xfrm>
            <a:off x="8234008" y="0"/>
            <a:ext cx="3960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/>
            <a:endParaRPr lang="en-US" sz="1000">
              <a:latin typeface="+mn-lt"/>
              <a:cs typeface="Arial" panose="020B0604020202020204" pitchFamily="34" charset="0"/>
            </a:endParaRP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33BE1813-D5B5-4415-BB63-F6AD5397276E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413053" y="1509000"/>
            <a:ext cx="1920000" cy="1920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333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E310D89-47FE-194B-8632-078ED6BD7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260268"/>
            <a:ext cx="7621515" cy="332399"/>
          </a:xfrm>
        </p:spPr>
        <p:txBody>
          <a:bodyPr wrap="square">
            <a:spAutoFit/>
          </a:bodyPr>
          <a:lstStyle>
            <a:lvl1pPr>
              <a:defRPr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C3A0D7BD-03D2-854B-B4D1-F90AD6E503C9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52658" y="610597"/>
            <a:ext cx="7621515" cy="3323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  <a:lvl2pPr marL="342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noProof="0"/>
          </a:p>
        </p:txBody>
      </p:sp>
      <p:grpSp>
        <p:nvGrpSpPr>
          <p:cNvPr id="22" name="Group 4">
            <a:extLst>
              <a:ext uri="{FF2B5EF4-FFF2-40B4-BE49-F238E27FC236}">
                <a16:creationId xmlns:a16="http://schemas.microsoft.com/office/drawing/2014/main" id="{120CBD0B-068A-4C9D-A5D9-CC3C32A54D7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78596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23" name="AutoShape 3">
              <a:extLst>
                <a:ext uri="{FF2B5EF4-FFF2-40B4-BE49-F238E27FC236}">
                  <a16:creationId xmlns:a16="http://schemas.microsoft.com/office/drawing/2014/main" id="{E104E6B1-C1DC-467A-BB1D-FF9D3EC1AC9B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D2DB3497-EF73-45DC-A6F1-AD7FD36C2A4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5691E393-78CA-4B9E-9494-DA83F7CB10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C65EB71A-6536-4B43-9DB4-67DC4EE291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6BBC35C7-7D0A-47E2-B2C4-06C5445470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A584396E-C3BB-4279-AED5-86C460BF26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5F2F9B40-5A8A-438C-941A-F5B69038E2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BBE2A4D2-785C-41E1-80BD-11621F7993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84875BC3-7911-4AAB-A751-3F6F3DA3F9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2" name="Freeform 13">
              <a:extLst>
                <a:ext uri="{FF2B5EF4-FFF2-40B4-BE49-F238E27FC236}">
                  <a16:creationId xmlns:a16="http://schemas.microsoft.com/office/drawing/2014/main" id="{93909FC0-F49E-485A-A2A8-CCDB496B6B9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22F76E53-ED3E-4712-828A-462700FD5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4" y="1206178"/>
            <a:ext cx="7621515" cy="5040145"/>
          </a:xfrm>
        </p:spPr>
        <p:txBody>
          <a:bodyPr lIns="72000" tIns="7200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E83A98D-348B-40D1-B8DE-954D062DE5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454A9A-E833-4775-8C2D-33EB42BCE6B5}"/>
              </a:ext>
            </a:extLst>
          </p:cNvPr>
          <p:cNvSpPr txBox="1"/>
          <p:nvPr userDrawn="1"/>
        </p:nvSpPr>
        <p:spPr>
          <a:xfrm>
            <a:off x="11158230" y="6548967"/>
            <a:ext cx="699337" cy="14356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sz="900">
                <a:latin typeface="+mn-lt"/>
                <a:cs typeface="Arial" panose="020B0604020202020204" pitchFamily="34" charset="0"/>
              </a:rPr>
              <a:t>© Zurich</a:t>
            </a:r>
          </a:p>
        </p:txBody>
      </p:sp>
      <p:sp>
        <p:nvSpPr>
          <p:cNvPr id="36" name="Footer Placeholder 3">
            <a:extLst>
              <a:ext uri="{FF2B5EF4-FFF2-40B4-BE49-F238E27FC236}">
                <a16:creationId xmlns:a16="http://schemas.microsoft.com/office/drawing/2014/main" id="{D4697806-E525-43F1-B233-E030C6B5FB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3255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9979B0B5-DCB0-844D-8724-1DB31C8A8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260268"/>
            <a:ext cx="9586415" cy="332399"/>
          </a:xfrm>
        </p:spPr>
        <p:txBody>
          <a:bodyPr>
            <a:spAutoFit/>
          </a:bodyPr>
          <a:lstStyle>
            <a:lvl1pPr>
              <a:defRPr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7" name="Group 4">
            <a:extLst>
              <a:ext uri="{FF2B5EF4-FFF2-40B4-BE49-F238E27FC236}">
                <a16:creationId xmlns:a16="http://schemas.microsoft.com/office/drawing/2014/main" id="{05FD581A-C4C2-4FC2-BB96-F96F5D58CC0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78596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18" name="AutoShape 3">
              <a:extLst>
                <a:ext uri="{FF2B5EF4-FFF2-40B4-BE49-F238E27FC236}">
                  <a16:creationId xmlns:a16="http://schemas.microsoft.com/office/drawing/2014/main" id="{37210F69-430F-440B-A140-87F4AB11235D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0525E2D6-2AD0-42BA-8689-829D2EEF28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66639B02-12FD-4D91-A48C-62500E5E31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4974666D-0662-49E1-AD05-0F75E9CDE5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AACF3C74-3E37-49FF-8A5C-499C94775A2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8F61EB5B-16E9-4E81-930C-CC3AF4AE80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3F11AFA1-B24F-4137-ADBD-BC99C549B7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D974EA69-2A4E-481A-8DD8-9C9FD2156E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28C940DE-D324-4410-80C5-9BC2A365D9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F399AED9-15E5-4439-853F-533F93806D3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613BA4-3F37-477A-9F83-816FFC375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Footer Placeholder 3">
            <a:extLst>
              <a:ext uri="{FF2B5EF4-FFF2-40B4-BE49-F238E27FC236}">
                <a16:creationId xmlns:a16="http://schemas.microsoft.com/office/drawing/2014/main" id="{3866945B-F4D3-4972-8A47-C02C9E2AC9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63875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,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9979B0B5-DCB0-844D-8724-1DB31C8A8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260268"/>
            <a:ext cx="9586415" cy="332399"/>
          </a:xfrm>
        </p:spPr>
        <p:txBody>
          <a:bodyPr>
            <a:sp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B8922-F046-4949-89A1-82828F430E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A51A83C0-E586-4207-B521-E42A4141A0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67979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1605E3C-D76A-4678-9277-BF9E20857561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7248128" y="1442037"/>
            <a:ext cx="4320000" cy="4320000"/>
          </a:xfrm>
          <a:prstGeom prst="ellipse">
            <a:avLst/>
          </a:prstGeom>
        </p:spPr>
        <p:txBody>
          <a:bodyPr/>
          <a:lstStyle>
            <a:lvl1pPr algn="ctr">
              <a:buNone/>
              <a:defRPr b="0" i="0">
                <a:solidFill>
                  <a:srgbClr val="1C67AF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grpSp>
        <p:nvGrpSpPr>
          <p:cNvPr id="17" name="Group 4">
            <a:extLst>
              <a:ext uri="{FF2B5EF4-FFF2-40B4-BE49-F238E27FC236}">
                <a16:creationId xmlns:a16="http://schemas.microsoft.com/office/drawing/2014/main" id="{05B1BF2D-95ED-4B5E-A600-448435A538E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1989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18" name="AutoShape 3">
              <a:extLst>
                <a:ext uri="{FF2B5EF4-FFF2-40B4-BE49-F238E27FC236}">
                  <a16:creationId xmlns:a16="http://schemas.microsoft.com/office/drawing/2014/main" id="{61978BD2-C14E-4CFE-993E-343384B567C5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99494830-030A-4795-A5CF-E0AD53A1DE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3" name="Freeform 6">
              <a:extLst>
                <a:ext uri="{FF2B5EF4-FFF2-40B4-BE49-F238E27FC236}">
                  <a16:creationId xmlns:a16="http://schemas.microsoft.com/office/drawing/2014/main" id="{AFD6C351-0AEC-4718-B212-E56D67B8DD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56568706-5A7A-49F9-8069-77AFE558A19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5" name="Freeform 8">
              <a:extLst>
                <a:ext uri="{FF2B5EF4-FFF2-40B4-BE49-F238E27FC236}">
                  <a16:creationId xmlns:a16="http://schemas.microsoft.com/office/drawing/2014/main" id="{22BAD130-06B7-4B98-A7FA-9C49C61A48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6" name="Freeform 9">
              <a:extLst>
                <a:ext uri="{FF2B5EF4-FFF2-40B4-BE49-F238E27FC236}">
                  <a16:creationId xmlns:a16="http://schemas.microsoft.com/office/drawing/2014/main" id="{B2C92086-E8E6-45CA-9506-D040302490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FE1CCEE6-F726-450D-ABC0-E20EBB9E50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8D864EA5-0584-4248-9E81-C942B0F5C0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9" name="Freeform 12">
              <a:extLst>
                <a:ext uri="{FF2B5EF4-FFF2-40B4-BE49-F238E27FC236}">
                  <a16:creationId xmlns:a16="http://schemas.microsoft.com/office/drawing/2014/main" id="{CE6647F2-C75A-4525-AFA2-ABC0D791EB3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40" name="Freeform 13">
              <a:extLst>
                <a:ext uri="{FF2B5EF4-FFF2-40B4-BE49-F238E27FC236}">
                  <a16:creationId xmlns:a16="http://schemas.microsoft.com/office/drawing/2014/main" id="{F26DFF8E-E308-4585-9B92-AEE54D629F9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A6366AC5-1BE2-4E7D-B883-89CAF96B32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FC885360-8473-4699-801C-9B04E3D233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825" y="2490259"/>
            <a:ext cx="6722148" cy="2242079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A57272B1-D4B7-4B27-9A7A-1EB4697DECEC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250825" y="4911725"/>
            <a:ext cx="6719063" cy="1283999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143932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BACFF7A-0A26-4F0A-A400-3AF2010686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825" y="2490259"/>
            <a:ext cx="6722148" cy="2242079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D52D574-4430-4847-B932-BA1C1DC56322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50825" y="4911725"/>
            <a:ext cx="6719063" cy="1283999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7" name="Group 4">
            <a:extLst>
              <a:ext uri="{FF2B5EF4-FFF2-40B4-BE49-F238E27FC236}">
                <a16:creationId xmlns:a16="http://schemas.microsoft.com/office/drawing/2014/main" id="{B13A2A1C-EDF2-4C2D-979F-2FE4587DC1F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1989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29" name="AutoShape 3">
              <a:extLst>
                <a:ext uri="{FF2B5EF4-FFF2-40B4-BE49-F238E27FC236}">
                  <a16:creationId xmlns:a16="http://schemas.microsoft.com/office/drawing/2014/main" id="{20E23B62-3847-4E9B-8B2A-AB11CE571CE0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0" name="Freeform 5">
              <a:extLst>
                <a:ext uri="{FF2B5EF4-FFF2-40B4-BE49-F238E27FC236}">
                  <a16:creationId xmlns:a16="http://schemas.microsoft.com/office/drawing/2014/main" id="{F974AEE8-9C79-4F9B-81AC-C21FB3BF2DE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1" name="Freeform 6">
              <a:extLst>
                <a:ext uri="{FF2B5EF4-FFF2-40B4-BE49-F238E27FC236}">
                  <a16:creationId xmlns:a16="http://schemas.microsoft.com/office/drawing/2014/main" id="{2EF2E2B8-29EA-4458-8EE1-9B13A92262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2" name="Freeform 7">
              <a:extLst>
                <a:ext uri="{FF2B5EF4-FFF2-40B4-BE49-F238E27FC236}">
                  <a16:creationId xmlns:a16="http://schemas.microsoft.com/office/drawing/2014/main" id="{FCD5C423-61EC-4EB9-9C91-FA8F7C5310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3" name="Freeform 8">
              <a:extLst>
                <a:ext uri="{FF2B5EF4-FFF2-40B4-BE49-F238E27FC236}">
                  <a16:creationId xmlns:a16="http://schemas.microsoft.com/office/drawing/2014/main" id="{496A2B87-B514-4AB1-A663-49F359EF9F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4" name="Freeform 9">
              <a:extLst>
                <a:ext uri="{FF2B5EF4-FFF2-40B4-BE49-F238E27FC236}">
                  <a16:creationId xmlns:a16="http://schemas.microsoft.com/office/drawing/2014/main" id="{5B91E5E6-4550-4277-98FA-AE1B3122BB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5" name="Freeform 10">
              <a:extLst>
                <a:ext uri="{FF2B5EF4-FFF2-40B4-BE49-F238E27FC236}">
                  <a16:creationId xmlns:a16="http://schemas.microsoft.com/office/drawing/2014/main" id="{71928B10-98A5-45DC-AFAA-408EC76852B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BF5BE95A-B1EF-4598-9A4B-E23DD9E084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10DED5B5-305C-4F15-A0F8-1DDDB4BF5E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A34C4C63-4FDA-4993-AF6D-C7F841BFF9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6C2690B3-34BA-4DEA-AD15-F9112DF422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31776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BACFF7A-0A26-4F0A-A400-3AF2010686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825" y="2490259"/>
            <a:ext cx="6722148" cy="2242079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D52D574-4430-4847-B932-BA1C1DC56322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50825" y="4911725"/>
            <a:ext cx="6719063" cy="1283999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207E0EDD-CE7D-485D-90AA-EB92659F4C2E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9061251" y="1902437"/>
            <a:ext cx="3120000" cy="3120000"/>
          </a:xfrm>
          <a:prstGeom prst="ellipse">
            <a:avLst/>
          </a:prstGeom>
        </p:spPr>
        <p:txBody>
          <a:bodyPr/>
          <a:lstStyle>
            <a:lvl1pPr algn="ctr">
              <a:buNone/>
              <a:defRPr b="0" i="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6" name="Freeform 12">
            <a:extLst>
              <a:ext uri="{FF2B5EF4-FFF2-40B4-BE49-F238E27FC236}">
                <a16:creationId xmlns:a16="http://schemas.microsoft.com/office/drawing/2014/main" id="{CDD94F9F-17AF-4158-8273-144D6BB8BFBA}"/>
              </a:ext>
            </a:extLst>
          </p:cNvPr>
          <p:cNvSpPr/>
          <p:nvPr userDrawn="1"/>
        </p:nvSpPr>
        <p:spPr bwMode="auto">
          <a:xfrm rot="735038">
            <a:off x="9719774" y="4974386"/>
            <a:ext cx="933047" cy="469973"/>
          </a:xfrm>
          <a:custGeom>
            <a:avLst/>
            <a:gdLst>
              <a:gd name="connsiteX0" fmla="*/ 531 w 1423686"/>
              <a:gd name="connsiteY0" fmla="*/ 0 h 717107"/>
              <a:gd name="connsiteX1" fmla="*/ 1423155 w 1423686"/>
              <a:gd name="connsiteY1" fmla="*/ 0 h 717107"/>
              <a:gd name="connsiteX2" fmla="*/ 1423686 w 1423686"/>
              <a:gd name="connsiteY2" fmla="*/ 5264 h 717107"/>
              <a:gd name="connsiteX3" fmla="*/ 711843 w 1423686"/>
              <a:gd name="connsiteY3" fmla="*/ 717107 h 717107"/>
              <a:gd name="connsiteX4" fmla="*/ 0 w 1423686"/>
              <a:gd name="connsiteY4" fmla="*/ 5264 h 717107"/>
              <a:gd name="connsiteX5" fmla="*/ 531 w 1423686"/>
              <a:gd name="connsiteY5" fmla="*/ 0 h 7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3686" h="717107">
                <a:moveTo>
                  <a:pt x="531" y="0"/>
                </a:moveTo>
                <a:lnTo>
                  <a:pt x="1423155" y="0"/>
                </a:lnTo>
                <a:lnTo>
                  <a:pt x="1423686" y="5264"/>
                </a:lnTo>
                <a:cubicBezTo>
                  <a:pt x="1423686" y="398404"/>
                  <a:pt x="1104983" y="717107"/>
                  <a:pt x="711843" y="717107"/>
                </a:cubicBezTo>
                <a:cubicBezTo>
                  <a:pt x="318703" y="717107"/>
                  <a:pt x="0" y="398404"/>
                  <a:pt x="0" y="5264"/>
                </a:cubicBezTo>
                <a:lnTo>
                  <a:pt x="531" y="0"/>
                </a:lnTo>
                <a:close/>
              </a:path>
            </a:pathLst>
          </a:custGeom>
          <a:solidFill>
            <a:schemeClr val="accent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400" b="0" i="0" u="none" strike="noStrike" cap="none" normalizeH="0" baseline="0">
              <a:ln>
                <a:noFill/>
              </a:ln>
              <a:solidFill>
                <a:schemeClr val="accent6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03EA52F0-9F47-4C1A-A653-1F060850BB16}"/>
              </a:ext>
            </a:extLst>
          </p:cNvPr>
          <p:cNvSpPr/>
          <p:nvPr userDrawn="1"/>
        </p:nvSpPr>
        <p:spPr bwMode="auto">
          <a:xfrm rot="8315714" flipH="1">
            <a:off x="9180227" y="5547933"/>
            <a:ext cx="1677271" cy="863308"/>
          </a:xfrm>
          <a:custGeom>
            <a:avLst/>
            <a:gdLst>
              <a:gd name="connsiteX0" fmla="*/ 531 w 1423686"/>
              <a:gd name="connsiteY0" fmla="*/ 0 h 717107"/>
              <a:gd name="connsiteX1" fmla="*/ 1423155 w 1423686"/>
              <a:gd name="connsiteY1" fmla="*/ 0 h 717107"/>
              <a:gd name="connsiteX2" fmla="*/ 1423686 w 1423686"/>
              <a:gd name="connsiteY2" fmla="*/ 5264 h 717107"/>
              <a:gd name="connsiteX3" fmla="*/ 711843 w 1423686"/>
              <a:gd name="connsiteY3" fmla="*/ 717107 h 717107"/>
              <a:gd name="connsiteX4" fmla="*/ 0 w 1423686"/>
              <a:gd name="connsiteY4" fmla="*/ 5264 h 717107"/>
              <a:gd name="connsiteX5" fmla="*/ 531 w 1423686"/>
              <a:gd name="connsiteY5" fmla="*/ 0 h 7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3686" h="717107">
                <a:moveTo>
                  <a:pt x="531" y="0"/>
                </a:moveTo>
                <a:lnTo>
                  <a:pt x="1423155" y="0"/>
                </a:lnTo>
                <a:lnTo>
                  <a:pt x="1423686" y="5264"/>
                </a:lnTo>
                <a:cubicBezTo>
                  <a:pt x="1423686" y="398404"/>
                  <a:pt x="1104983" y="717107"/>
                  <a:pt x="711843" y="717107"/>
                </a:cubicBezTo>
                <a:cubicBezTo>
                  <a:pt x="318703" y="717107"/>
                  <a:pt x="0" y="398404"/>
                  <a:pt x="0" y="5264"/>
                </a:cubicBezTo>
                <a:lnTo>
                  <a:pt x="531" y="0"/>
                </a:lnTo>
                <a:close/>
              </a:path>
            </a:pathLst>
          </a:cu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400" b="0" i="0" u="none" strike="noStrike" cap="none" normalizeH="0" baseline="0">
              <a:ln>
                <a:noFill/>
              </a:ln>
              <a:solidFill>
                <a:schemeClr val="accent6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AED791D-1518-403F-BA5A-79F94E7CDCCB}"/>
              </a:ext>
            </a:extLst>
          </p:cNvPr>
          <p:cNvSpPr>
            <a:spLocks noChangeAspect="1"/>
          </p:cNvSpPr>
          <p:nvPr userDrawn="1"/>
        </p:nvSpPr>
        <p:spPr bwMode="auto">
          <a:xfrm rot="5400000">
            <a:off x="10403602" y="5983124"/>
            <a:ext cx="875301" cy="874456"/>
          </a:xfrm>
          <a:prstGeom prst="ellipse">
            <a:avLst/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400" b="0" i="0" u="none" strike="noStrike" cap="none" normalizeH="0" baseline="0">
              <a:ln>
                <a:noFill/>
              </a:ln>
              <a:solidFill>
                <a:schemeClr val="accent6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4649C4-0FE0-4E4D-B386-F39D40C28AE9}"/>
              </a:ext>
            </a:extLst>
          </p:cNvPr>
          <p:cNvSpPr txBox="1"/>
          <p:nvPr userDrawn="1"/>
        </p:nvSpPr>
        <p:spPr>
          <a:xfrm>
            <a:off x="11158230" y="6548967"/>
            <a:ext cx="699337" cy="14356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sz="900">
                <a:solidFill>
                  <a:schemeClr val="accent6"/>
                </a:solidFill>
                <a:latin typeface="+mn-lt"/>
                <a:cs typeface="Arial" panose="020B0604020202020204" pitchFamily="34" charset="0"/>
              </a:rPr>
              <a:t>© Zurich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E109CABE-B073-42F6-BFFF-0779C438F2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7" y="157397"/>
            <a:ext cx="177996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31544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mpty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75032340"/>
              </p:ext>
            </p:ext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98F1281A-E71A-46CD-AFC2-BAAD1C34552F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" y="1"/>
            <a:ext cx="158729" cy="158751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effectLst/>
              <a:latin typeface="Zurich Sans" panose="02000000000000000000" pitchFamily="2" charset="0"/>
              <a:ea typeface="+mj-ea"/>
              <a:cs typeface="+mj-cs"/>
              <a:sym typeface="Zurich Sans" panose="02000000000000000000" pitchFamily="2" charset="0"/>
            </a:endParaRP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51A1C73C-B4C4-4153-82B1-1E22B1B7BE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6000" y="144000"/>
            <a:ext cx="9854400" cy="180000"/>
          </a:xfr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lang="en-US" sz="1200" b="0" kern="1200" cap="all" baseline="0" smtClean="0">
                <a:solidFill>
                  <a:srgbClr val="DDE4E3"/>
                </a:solidFill>
                <a:latin typeface="Zurich Sans" panose="02000000000000000000" pitchFamily="2" charset="0"/>
              </a:defRPr>
            </a:lvl1pPr>
            <a:lvl2pPr>
              <a:defRPr lang="en-US" sz="1800" kern="1200" smtClean="0">
                <a:ea typeface="+mn-ea"/>
                <a:cs typeface="+mn-cs"/>
              </a:defRPr>
            </a:lvl2pPr>
            <a:lvl3pPr>
              <a:defRPr lang="en-US" sz="1800" kern="1200" smtClean="0">
                <a:latin typeface="+mn-lt"/>
                <a:ea typeface="+mn-ea"/>
                <a:cs typeface="+mn-cs"/>
              </a:defRPr>
            </a:lvl3pPr>
            <a:lvl4pPr>
              <a:defRPr lang="en-US" sz="1800" kern="1200" smtClean="0">
                <a:latin typeface="+mn-lt"/>
                <a:ea typeface="+mn-ea"/>
                <a:cs typeface="+mn-cs"/>
              </a:defRPr>
            </a:lvl4pPr>
            <a:lvl5pPr>
              <a:defRPr lang="en-US" sz="1800" kern="1200">
                <a:latin typeface="+mn-lt"/>
                <a:ea typeface="+mn-ea"/>
                <a:cs typeface="+mn-cs"/>
              </a:defRPr>
            </a:lvl5pPr>
          </a:lstStyle>
          <a:p>
            <a:pPr marL="0" lvl="0" defTabSz="359943" latinLnBrk="0">
              <a:spcBef>
                <a:spcPct val="0"/>
              </a:spcBef>
              <a:spcAft>
                <a:spcPct val="0"/>
              </a:spcAft>
            </a:pPr>
            <a:r>
              <a:rPr lang="en-US"/>
              <a:t>Add slide guide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BD64E3-B399-48AC-B33B-3A8276567A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326400"/>
            <a:ext cx="9854400" cy="720197"/>
          </a:xfrm>
        </p:spPr>
        <p:txBody>
          <a:bodyPr/>
          <a:lstStyle>
            <a:lvl1pPr>
              <a:defRPr>
                <a:solidFill>
                  <a:srgbClr val="23366F"/>
                </a:solidFill>
                <a:latin typeface="Zurich Sans" panose="02000000000000000000" pitchFamily="2" charset="0"/>
              </a:defRPr>
            </a:lvl1pPr>
          </a:lstStyle>
          <a:p>
            <a:r>
              <a:rPr lang="en-US" noProof="0"/>
              <a:t>Add key message of slide (max 2 lines)</a:t>
            </a:r>
            <a:br>
              <a:rPr lang="en-US" noProof="0"/>
            </a:br>
            <a:endParaRPr lang="en-US"/>
          </a:p>
        </p:txBody>
      </p:sp>
      <p:sp>
        <p:nvSpPr>
          <p:cNvPr id="18" name="Rectangle 8">
            <a:extLst>
              <a:ext uri="{FF2B5EF4-FFF2-40B4-BE49-F238E27FC236}">
                <a16:creationId xmlns:a16="http://schemas.microsoft.com/office/drawing/2014/main" id="{2ACD5CB4-DF49-4633-A980-E57E8385E3F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596800" y="6504000"/>
            <a:ext cx="262765" cy="192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933" b="0">
                <a:solidFill>
                  <a:srgbClr val="2167AE"/>
                </a:solidFill>
                <a:latin typeface="Zurich Sans" panose="02000000000000000000" pitchFamily="2" charset="0"/>
              </a:defRPr>
            </a:lvl1pPr>
          </a:lstStyle>
          <a:p>
            <a:fld id="{2F5B0B8F-E14C-4F70-8AB9-5AF29677466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7EE0ABB1-B295-453A-8A26-640234B011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06400" y="6504000"/>
            <a:ext cx="8184000" cy="19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33" b="0">
                <a:solidFill>
                  <a:srgbClr val="2167AE"/>
                </a:solidFill>
                <a:latin typeface="Zurich Sans" panose="02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20" name="Date Placeholder 8">
            <a:extLst>
              <a:ext uri="{FF2B5EF4-FFF2-40B4-BE49-F238E27FC236}">
                <a16:creationId xmlns:a16="http://schemas.microsoft.com/office/drawing/2014/main" id="{B52AA7B4-2ED0-45D7-8DAE-7B0BC10F4E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6001" y="6504000"/>
            <a:ext cx="1079860" cy="19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33" b="0">
                <a:solidFill>
                  <a:srgbClr val="2167AE"/>
                </a:solidFill>
                <a:latin typeface="Zurich Sans" panose="02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22" name="Textplatzhalter 8">
            <a:extLst>
              <a:ext uri="{FF2B5EF4-FFF2-40B4-BE49-F238E27FC236}">
                <a16:creationId xmlns:a16="http://schemas.microsoft.com/office/drawing/2014/main" id="{555F04E6-5395-44E0-9B0F-1F16BBD6D4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5999" y="6220344"/>
            <a:ext cx="11524800" cy="180000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marL="116414" indent="-116414">
              <a:lnSpc>
                <a:spcPct val="95000"/>
              </a:lnSpc>
              <a:spcAft>
                <a:spcPts val="0"/>
              </a:spcAft>
              <a:buFont typeface="Arial" panose="020B0604020202020204" pitchFamily="34" charset="0"/>
              <a:buNone/>
              <a:defRPr sz="933" baseline="0">
                <a:solidFill>
                  <a:srgbClr val="23366F"/>
                </a:solidFill>
                <a:latin typeface="Zurich Sans" panose="02000000000000000000" pitchFamily="2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noProof="0"/>
              <a:t>Click to edit footnote/source</a:t>
            </a:r>
          </a:p>
        </p:txBody>
      </p:sp>
    </p:spTree>
    <p:extLst>
      <p:ext uri="{BB962C8B-B14F-4D97-AF65-F5344CB8AC3E}">
        <p14:creationId xmlns:p14="http://schemas.microsoft.com/office/powerpoint/2010/main" val="144395355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613BA4-3F37-477A-9F83-816FFC375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5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Footer Placeholder 3">
            <a:extLst>
              <a:ext uri="{FF2B5EF4-FFF2-40B4-BE49-F238E27FC236}">
                <a16:creationId xmlns:a16="http://schemas.microsoft.com/office/drawing/2014/main" id="{3866945B-F4D3-4972-8A47-C02C9E2AC9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5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830DE1-3CC4-FD69-2FFB-1DCBD784C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9586415" cy="3600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764F08-4840-7690-E9DB-6306267BD87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877835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764F08-4840-7690-E9DB-6306267BD8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phic 6">
            <a:extLst>
              <a:ext uri="{FF2B5EF4-FFF2-40B4-BE49-F238E27FC236}">
                <a16:creationId xmlns:a16="http://schemas.microsoft.com/office/drawing/2014/main" id="{410BC606-4E9C-A6A5-1AAD-96FDA441C4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654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999" y="1198800"/>
            <a:ext cx="11678400" cy="5040000"/>
          </a:xfrm>
        </p:spPr>
        <p:txBody>
          <a:bodyPr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9DEE29F2-F280-4686-A9A8-395944373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F71481AB-279E-41C8-ACA9-C2DA8D6056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18E30B75-9CF0-0775-B941-FE7D212DB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9583200" cy="3600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EE267CE-325C-462B-BBBE-BB1B3ABD1F8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50825" y="666073"/>
            <a:ext cx="9583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  <a:lvl2pPr marL="239712" indent="0">
              <a:buNone/>
              <a:defRPr sz="1800">
                <a:solidFill>
                  <a:schemeClr val="accent1"/>
                </a:solidFill>
              </a:defRPr>
            </a:lvl2pPr>
            <a:lvl3pPr marL="538163" indent="0">
              <a:buNone/>
              <a:defRPr sz="1800">
                <a:solidFill>
                  <a:schemeClr val="accent1"/>
                </a:solidFill>
              </a:defRPr>
            </a:lvl3pPr>
            <a:lvl4pPr marL="719138" indent="0">
              <a:buNone/>
              <a:defRPr sz="1800">
                <a:solidFill>
                  <a:schemeClr val="accent1"/>
                </a:solidFill>
              </a:defRPr>
            </a:lvl4pPr>
            <a:lvl5pPr marL="985837" indent="0">
              <a:buNone/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subtitle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3104932-F017-B64B-C011-559E4F69F80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160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613BA4-3F37-477A-9F83-816FFC375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5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A89B04E7-A590-7A40-81D6-DECDAE7134ED}" type="slidenum">
              <a:rPr lang="en-ES"/>
              <a:pPr/>
              <a:t>‹#›</a:t>
            </a:fld>
            <a:endParaRPr lang="en-ES"/>
          </a:p>
        </p:txBody>
      </p:sp>
      <p:sp>
        <p:nvSpPr>
          <p:cNvPr id="30" name="Footer Placeholder 3">
            <a:extLst>
              <a:ext uri="{FF2B5EF4-FFF2-40B4-BE49-F238E27FC236}">
                <a16:creationId xmlns:a16="http://schemas.microsoft.com/office/drawing/2014/main" id="{3866945B-F4D3-4972-8A47-C02C9E2AC9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5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E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830DE1-3CC4-FD69-2FFB-1DCBD784C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9586415" cy="3600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89599B-C095-ABB4-F630-16E7122660D6}"/>
              </a:ext>
            </a:extLst>
          </p:cNvPr>
          <p:cNvSpPr txBox="1"/>
          <p:nvPr userDrawn="1"/>
        </p:nvSpPr>
        <p:spPr>
          <a:xfrm>
            <a:off x="11158230" y="6548967"/>
            <a:ext cx="699337" cy="14356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sz="900">
                <a:solidFill>
                  <a:schemeClr val="accent5"/>
                </a:solidFill>
                <a:latin typeface="+mn-lt"/>
                <a:cs typeface="Arial" panose="020B0604020202020204" pitchFamily="34" charset="0"/>
              </a:rPr>
              <a:t>© Zurich</a:t>
            </a:r>
          </a:p>
        </p:txBody>
      </p:sp>
    </p:spTree>
    <p:extLst>
      <p:ext uri="{BB962C8B-B14F-4D97-AF65-F5344CB8AC3E}">
        <p14:creationId xmlns:p14="http://schemas.microsoft.com/office/powerpoint/2010/main" val="78084293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ighlight - 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D2DA5C-B6A8-2DF2-9932-38E233F7491C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-600" y="0"/>
            <a:ext cx="12193200" cy="6858000"/>
          </a:xfrm>
        </p:spPr>
        <p:txBody>
          <a:bodyPr lIns="7200000" anchor="ctr"/>
          <a:lstStyle>
            <a:lvl1pPr marL="0" indent="0">
              <a:buNone/>
              <a:defRPr/>
            </a:lvl1pPr>
          </a:lstStyle>
          <a:p>
            <a:r>
              <a:rPr lang="en-US"/>
              <a:t>Add picture here</a:t>
            </a:r>
          </a:p>
        </p:txBody>
      </p:sp>
      <p:pic>
        <p:nvPicPr>
          <p:cNvPr id="11" name="Picture 10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1FDB0BCA-FA2A-0D45-71CB-F93B227EEB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597" y="157682"/>
            <a:ext cx="1784195" cy="692863"/>
          </a:xfrm>
          <a:prstGeom prst="rect">
            <a:avLst/>
          </a:prstGeom>
        </p:spPr>
      </p:pic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083AD1AD-1FBD-FFA9-D7EA-C0C4A69C409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138978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083AD1AD-1FBD-FFA9-D7EA-C0C4A69C40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8CA73F2A-C29F-CF9F-842D-527EF901584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51381" y="2654347"/>
            <a:ext cx="5363643" cy="1417591"/>
          </a:xfrm>
        </p:spPr>
        <p:txBody>
          <a:bodyPr/>
          <a:lstStyle>
            <a:lvl1pPr marL="0" indent="0">
              <a:buNone/>
              <a:defRPr sz="2600">
                <a:solidFill>
                  <a:schemeClr val="accent5"/>
                </a:solidFill>
              </a:defRPr>
            </a:lvl1pPr>
          </a:lstStyle>
          <a:p>
            <a:r>
              <a:rPr lang="en-US" sz="2800" b="0" i="0" u="none" strike="noStrike">
                <a:solidFill>
                  <a:schemeClr val="accent5"/>
                </a:solidFill>
                <a:effectLst/>
              </a:rPr>
              <a:t>If the image is modified, update the circle color to an inclusive one from the image.</a:t>
            </a:r>
          </a:p>
          <a:p>
            <a:endParaRPr lang="en-US" sz="2800" b="0" i="0" u="none" strike="noStrike">
              <a:solidFill>
                <a:schemeClr val="accent5"/>
              </a:solidFill>
              <a:effectLst/>
            </a:endParaRPr>
          </a:p>
          <a:p>
            <a:endParaRPr lang="en-US" sz="2800" b="0" i="0" u="none" strike="noStrike">
              <a:solidFill>
                <a:schemeClr val="accent5"/>
              </a:solidFill>
              <a:effectLst/>
            </a:endParaRPr>
          </a:p>
          <a:p>
            <a:endParaRPr lang="en-US" sz="2800" b="0" i="0" u="none" strike="noStrike">
              <a:solidFill>
                <a:schemeClr val="accent5"/>
              </a:solidFill>
              <a:effectLst/>
            </a:endParaRP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35B8702A-D605-B020-7B4C-0BE494C6E2A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1382" y="1395549"/>
            <a:ext cx="4246562" cy="1100913"/>
          </a:xfrm>
        </p:spPr>
        <p:txBody>
          <a:bodyPr anchor="ctr"/>
          <a:lstStyle>
            <a:lvl1pPr marL="0" indent="0">
              <a:buNone/>
              <a:defRPr sz="4400" u="none">
                <a:solidFill>
                  <a:schemeClr val="accent5"/>
                </a:solidFill>
                <a:latin typeface="Ogg" panose="02090504080706030203" pitchFamily="18" charset="77"/>
              </a:defRPr>
            </a:lvl1pPr>
          </a:lstStyle>
          <a:p>
            <a:pPr lvl="0"/>
            <a:r>
              <a:rPr lang="en-GB"/>
              <a:t>Content bold</a:t>
            </a:r>
          </a:p>
        </p:txBody>
      </p:sp>
      <p:sp>
        <p:nvSpPr>
          <p:cNvPr id="38" name="Text Placeholder 25">
            <a:extLst>
              <a:ext uri="{FF2B5EF4-FFF2-40B4-BE49-F238E27FC236}">
                <a16:creationId xmlns:a16="http://schemas.microsoft.com/office/drawing/2014/main" id="{37485B1B-E268-D711-2CFC-68F3ED167B3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51381" y="4259927"/>
            <a:ext cx="5663681" cy="2268462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/>
              <a:t>Duis autem vel eum iriure dolor in hendrerit vulputate velit esse molestie consequat, vel</a:t>
            </a:r>
          </a:p>
          <a:p>
            <a:pPr lvl="0"/>
            <a:r>
              <a:rPr lang="en-GB"/>
              <a:t>Lorem ipsum dolor sit amet, consectetuer adipiscing</a:t>
            </a:r>
          </a:p>
          <a:p>
            <a:pPr lvl="0"/>
            <a:r>
              <a:rPr lang="en-GB"/>
              <a:t>sed diam nonummy nibh euismod tincidunt laoreet dolore magna aliquam erat volutpat.  </a:t>
            </a:r>
          </a:p>
          <a:p>
            <a:pPr lvl="0"/>
            <a:r>
              <a:rPr lang="en-GB"/>
              <a:t>wisi enim ad minim veniam, quis</a:t>
            </a:r>
          </a:p>
          <a:p>
            <a:pPr lvl="0"/>
            <a:endParaRPr lang="en-GB"/>
          </a:p>
        </p:txBody>
      </p:sp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E871B9A8-DD39-93A9-3FED-48F58E83A1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5"/>
                </a:solidFill>
                <a:latin typeface="+mn-lt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E038AA5-459F-11E7-F7F0-E71EE2784737}"/>
              </a:ext>
            </a:extLst>
          </p:cNvPr>
          <p:cNvSpPr txBox="1"/>
          <p:nvPr userDrawn="1"/>
        </p:nvSpPr>
        <p:spPr>
          <a:xfrm>
            <a:off x="11158230" y="6548967"/>
            <a:ext cx="699337" cy="14356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sz="900">
                <a:solidFill>
                  <a:schemeClr val="accent5"/>
                </a:solidFill>
                <a:latin typeface="+mn-lt"/>
                <a:cs typeface="Arial" panose="020B0604020202020204" pitchFamily="34" charset="0"/>
              </a:rPr>
              <a:t>© Zurich</a:t>
            </a:r>
          </a:p>
        </p:txBody>
      </p:sp>
    </p:spTree>
    <p:extLst>
      <p:ext uri="{BB962C8B-B14F-4D97-AF65-F5344CB8AC3E}">
        <p14:creationId xmlns:p14="http://schemas.microsoft.com/office/powerpoint/2010/main" val="35288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CACC6D5-D1D4-442A-84CB-4AA5E5B9EC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53600" y="0"/>
            <a:ext cx="4238400" cy="6858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31988032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183D79E-A8AD-47CE-B75E-78F8BA606196}"/>
              </a:ext>
            </a:extLst>
          </p:cNvPr>
          <p:cNvSpPr txBox="1"/>
          <p:nvPr userDrawn="1"/>
        </p:nvSpPr>
        <p:spPr>
          <a:xfrm>
            <a:off x="542611" y="28135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010A46-E802-D51C-5A04-7A45630B7849}"/>
              </a:ext>
            </a:extLst>
          </p:cNvPr>
          <p:cNvSpPr/>
          <p:nvPr userDrawn="1"/>
        </p:nvSpPr>
        <p:spPr>
          <a:xfrm>
            <a:off x="0" y="314160"/>
            <a:ext cx="12188825" cy="1941689"/>
          </a:xfrm>
          <a:prstGeom prst="rect">
            <a:avLst/>
          </a:prstGeom>
          <a:solidFill>
            <a:srgbClr val="244B66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/>
              <a:t>RSM Impact Investment Competition 2024</a:t>
            </a:r>
          </a:p>
          <a:p>
            <a:pPr algn="l"/>
            <a:r>
              <a:rPr lang="en-US"/>
              <a:t>University of St. Gallen – Team I</a:t>
            </a:r>
          </a:p>
          <a:p>
            <a:pPr algn="l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  <a:p>
            <a:pPr algn="l"/>
            <a:r>
              <a:rPr lang="en-US"/>
              <a:t>November 2024 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5DB00AC8-5337-C364-0788-6476015F24A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" y="0"/>
            <a:ext cx="1218723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514317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skating, building, ramp, board&#10;&#10;Description automatically generated">
            <a:extLst>
              <a:ext uri="{FF2B5EF4-FFF2-40B4-BE49-F238E27FC236}">
                <a16:creationId xmlns:a16="http://schemas.microsoft.com/office/drawing/2014/main" id="{71655C6F-D683-4181-8A76-C2CF9E2F41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763"/>
          <a:stretch/>
        </p:blipFill>
        <p:spPr>
          <a:xfrm>
            <a:off x="7951577" y="0"/>
            <a:ext cx="4240424" cy="6858000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2FAFF1B-D695-4F04-8B58-692674CF4A5C}"/>
              </a:ext>
            </a:extLst>
          </p:cNvPr>
          <p:cNvSpPr>
            <a:spLocks noChangeAspect="1"/>
          </p:cNvSpPr>
          <p:nvPr userDrawn="1"/>
        </p:nvSpPr>
        <p:spPr>
          <a:xfrm>
            <a:off x="11427298" y="6268222"/>
            <a:ext cx="284519" cy="311775"/>
          </a:xfrm>
          <a:custGeom>
            <a:avLst/>
            <a:gdLst>
              <a:gd name="connsiteX0" fmla="*/ 0 w 3106057"/>
              <a:gd name="connsiteY0" fmla="*/ 711200 h 3403600"/>
              <a:gd name="connsiteX1" fmla="*/ 3106057 w 3106057"/>
              <a:gd name="connsiteY1" fmla="*/ 0 h 3403600"/>
              <a:gd name="connsiteX2" fmla="*/ 3106057 w 3106057"/>
              <a:gd name="connsiteY2" fmla="*/ 3403600 h 3403600"/>
              <a:gd name="connsiteX3" fmla="*/ 449943 w 3106057"/>
              <a:gd name="connsiteY3" fmla="*/ 3222171 h 3403600"/>
              <a:gd name="connsiteX4" fmla="*/ 0 w 3106057"/>
              <a:gd name="connsiteY4" fmla="*/ 711200 h 34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6057" h="3403600">
                <a:moveTo>
                  <a:pt x="0" y="711200"/>
                </a:moveTo>
                <a:lnTo>
                  <a:pt x="3106057" y="0"/>
                </a:lnTo>
                <a:lnTo>
                  <a:pt x="3106057" y="3403600"/>
                </a:lnTo>
                <a:lnTo>
                  <a:pt x="449943" y="3222171"/>
                </a:lnTo>
                <a:lnTo>
                  <a:pt x="0" y="71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9D5294-8509-42D7-B32F-8FB3BCBBB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367" y="501652"/>
            <a:ext cx="7286012" cy="900969"/>
          </a:xfrm>
        </p:spPr>
        <p:txBody>
          <a:bodyPr/>
          <a:lstStyle>
            <a:lvl1pPr>
              <a:lnSpc>
                <a:spcPts val="5867"/>
              </a:lnSpc>
              <a:defRPr sz="5333">
                <a:latin typeface="Gill Sans Nova Light" panose="020B0302020104020203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F3237B-A6D8-401E-A0E8-75ED37DDC0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367" y="1701801"/>
            <a:ext cx="6667205" cy="4271433"/>
          </a:xfrm>
        </p:spPr>
        <p:txBody>
          <a:bodyPr>
            <a:normAutofit/>
          </a:bodyPr>
          <a:lstStyle>
            <a:lvl1pPr marL="527987" indent="-527987">
              <a:spcAft>
                <a:spcPts val="800"/>
              </a:spcAft>
              <a:buFont typeface="+mj-lt"/>
              <a:buAutoNum type="arabicPeriod"/>
              <a:defRPr sz="2133"/>
            </a:lvl1pPr>
            <a:lvl2pPr marL="457189" indent="-457189">
              <a:spcAft>
                <a:spcPts val="800"/>
              </a:spcAft>
              <a:buFont typeface="+mj-lt"/>
              <a:buAutoNum type="arabicPeriod"/>
              <a:defRPr sz="2133"/>
            </a:lvl2pPr>
            <a:lvl3pPr marL="457189" indent="-457189">
              <a:spcAft>
                <a:spcPts val="800"/>
              </a:spcAft>
              <a:buFont typeface="+mj-lt"/>
              <a:buAutoNum type="arabicPeriod"/>
              <a:defRPr sz="2133"/>
            </a:lvl3pPr>
            <a:lvl4pPr marL="457189" indent="-457189">
              <a:spcAft>
                <a:spcPts val="800"/>
              </a:spcAft>
              <a:buFont typeface="+mj-lt"/>
              <a:buAutoNum type="arabicPeriod"/>
              <a:defRPr sz="2133"/>
            </a:lvl4pPr>
            <a:lvl5pPr marL="457189" indent="-457189">
              <a:spcAft>
                <a:spcPts val="800"/>
              </a:spcAft>
              <a:buFont typeface="+mj-lt"/>
              <a:buAutoNum type="arabicPeriod"/>
              <a:defRPr sz="2133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4CDDE-58C2-4810-8B30-D17CF249E28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59FC98-AF75-4A00-A03C-DF9FEBF6BCB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 descr="{&quot;templafy&quot;:{&quot;id&quot;:&quot;a6f7d1d7-e1e4-4cfd-a32e-04f2ee04cd1f&quot;}}">
            <a:extLst>
              <a:ext uri="{FF2B5EF4-FFF2-40B4-BE49-F238E27FC236}">
                <a16:creationId xmlns:a16="http://schemas.microsoft.com/office/drawing/2014/main" id="{E6F37757-2E2F-45B4-8E6C-0B6588D2DCE2}"/>
              </a:ext>
            </a:extLst>
          </p:cNvPr>
          <p:cNvSpPr/>
          <p:nvPr userDrawn="1"/>
        </p:nvSpPr>
        <p:spPr>
          <a:xfrm>
            <a:off x="9072000" y="6360498"/>
            <a:ext cx="1569595" cy="2457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IE" sz="1067">
                <a:solidFill>
                  <a:schemeClr val="tx1"/>
                </a:solidFill>
              </a:rPr>
              <a:t>25 July 2022</a:t>
            </a:r>
            <a:endParaRPr lang="en-GB" sz="1067">
              <a:solidFill>
                <a:schemeClr val="tx1"/>
              </a:solidFill>
            </a:endParaRPr>
          </a:p>
        </p:txBody>
      </p:sp>
      <p:sp>
        <p:nvSpPr>
          <p:cNvPr id="10" name="Rectangle 9" descr="{&quot;templafy&quot;:{&quot;id&quot;:&quot;2cbdf65a-42ff-421f-a82d-7abb6bb6b68f&quot;}}">
            <a:extLst>
              <a:ext uri="{FF2B5EF4-FFF2-40B4-BE49-F238E27FC236}">
                <a16:creationId xmlns:a16="http://schemas.microsoft.com/office/drawing/2014/main" id="{AA1C14F3-85E4-47DF-A8F9-0A6C945C6727}"/>
              </a:ext>
            </a:extLst>
          </p:cNvPr>
          <p:cNvSpPr/>
          <p:nvPr userDrawn="1"/>
        </p:nvSpPr>
        <p:spPr>
          <a:xfrm>
            <a:off x="3355015" y="6356351"/>
            <a:ext cx="4409364" cy="3005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GB" sz="1067">
              <a:solidFill>
                <a:schemeClr val="tx1"/>
              </a:solidFill>
            </a:endParaRPr>
          </a:p>
        </p:txBody>
      </p:sp>
      <p:sp>
        <p:nvSpPr>
          <p:cNvPr id="13" name="Rectangle 12" descr="{&quot;templafy&quot;:{&quot;id&quot;:&quot;b8f82a4c-28b3-4a0e-9513-bb9d2eaba13f&quot;}}" hidden="1">
            <a:extLst>
              <a:ext uri="{FF2B5EF4-FFF2-40B4-BE49-F238E27FC236}">
                <a16:creationId xmlns:a16="http://schemas.microsoft.com/office/drawing/2014/main" id="{829DC8B1-9D54-4E8C-B174-7B9355FD57F9}"/>
              </a:ext>
            </a:extLst>
          </p:cNvPr>
          <p:cNvSpPr/>
          <p:nvPr userDrawn="1"/>
        </p:nvSpPr>
        <p:spPr>
          <a:xfrm>
            <a:off x="478368" y="6357720"/>
            <a:ext cx="3425417" cy="2513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1067" u="none">
                <a:solidFill>
                  <a:schemeClr val="tx1"/>
                </a:solidFill>
              </a:rPr>
              <a:t>University of St.Gallen
Executive School of Management, Technology and Law</a:t>
            </a:r>
          </a:p>
        </p:txBody>
      </p:sp>
    </p:spTree>
    <p:extLst>
      <p:ext uri="{BB962C8B-B14F-4D97-AF65-F5344CB8AC3E}">
        <p14:creationId xmlns:p14="http://schemas.microsoft.com/office/powerpoint/2010/main" val="320960191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3E8A1D9-EBA2-31AE-F38E-A0228686545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0810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E8A1D9-EBA2-31AE-F38E-A022868654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2FAFF1B-D695-4F04-8B58-692674CF4A5C}"/>
              </a:ext>
            </a:extLst>
          </p:cNvPr>
          <p:cNvSpPr>
            <a:spLocks noChangeAspect="1"/>
          </p:cNvSpPr>
          <p:nvPr userDrawn="1"/>
        </p:nvSpPr>
        <p:spPr>
          <a:xfrm>
            <a:off x="11427298" y="6268222"/>
            <a:ext cx="284519" cy="311775"/>
          </a:xfrm>
          <a:custGeom>
            <a:avLst/>
            <a:gdLst>
              <a:gd name="connsiteX0" fmla="*/ 0 w 3106057"/>
              <a:gd name="connsiteY0" fmla="*/ 711200 h 3403600"/>
              <a:gd name="connsiteX1" fmla="*/ 3106057 w 3106057"/>
              <a:gd name="connsiteY1" fmla="*/ 0 h 3403600"/>
              <a:gd name="connsiteX2" fmla="*/ 3106057 w 3106057"/>
              <a:gd name="connsiteY2" fmla="*/ 3403600 h 3403600"/>
              <a:gd name="connsiteX3" fmla="*/ 449943 w 3106057"/>
              <a:gd name="connsiteY3" fmla="*/ 3222171 h 3403600"/>
              <a:gd name="connsiteX4" fmla="*/ 0 w 3106057"/>
              <a:gd name="connsiteY4" fmla="*/ 711200 h 34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6057" h="3403600">
                <a:moveTo>
                  <a:pt x="0" y="711200"/>
                </a:moveTo>
                <a:lnTo>
                  <a:pt x="3106057" y="0"/>
                </a:lnTo>
                <a:lnTo>
                  <a:pt x="3106057" y="3403600"/>
                </a:lnTo>
                <a:lnTo>
                  <a:pt x="449943" y="3222171"/>
                </a:lnTo>
                <a:lnTo>
                  <a:pt x="0" y="71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9D5294-8509-42D7-B32F-8FB3BCBBB9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GB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DFF60-9E69-4915-A0DD-67FF25328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marL="514350" indent="-514350">
              <a:buFont typeface="+mj-lt"/>
              <a:buAutoNum type="arabicPeriod"/>
            </a:pPr>
            <a:endParaRPr lang="en-US">
              <a:sym typeface="Wingdings" pitchFamily="2" charset="2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CB9FAC9-1E0D-44F5-8B7F-C8D103F40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7297" y="6356351"/>
            <a:ext cx="286336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559FC98-AF75-4A00-A03C-DF9FEBF6BCB9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656123" name="Rectangle 11" descr="{&quot;templafy&quot;:{&quot;id&quot;:&quot;4ca7d957-776a-4c26-977a-4c7e2037827a&quot;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367" y="6224569"/>
            <a:ext cx="1368000" cy="489600"/>
          </a:xfrm>
          <a:prstGeom prst="rect">
            <a:avLst/>
          </a:prstGeom>
        </p:spPr>
      </p:pic>
      <p:sp>
        <p:nvSpPr>
          <p:cNvPr id="13" name="Rectangle 12" descr="{&quot;templafy&quot;:{&quot;id&quot;:&quot;96308eb7-0fd2-44b9-9170-0a713aa48d16&quot;}}">
            <a:extLst>
              <a:ext uri="{FF2B5EF4-FFF2-40B4-BE49-F238E27FC236}">
                <a16:creationId xmlns:a16="http://schemas.microsoft.com/office/drawing/2014/main" id="{B5B29C83-7B2A-4E20-895A-585B8348684F}"/>
              </a:ext>
            </a:extLst>
          </p:cNvPr>
          <p:cNvSpPr/>
          <p:nvPr userDrawn="1"/>
        </p:nvSpPr>
        <p:spPr>
          <a:xfrm>
            <a:off x="3355016" y="6356351"/>
            <a:ext cx="5179385" cy="3005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GB" sz="1067">
              <a:solidFill>
                <a:schemeClr val="tx1"/>
              </a:solidFill>
            </a:endParaRPr>
          </a:p>
        </p:txBody>
      </p:sp>
      <p:sp>
        <p:nvSpPr>
          <p:cNvPr id="9" name="Rectangle 8" descr="{&quot;templafy&quot;:{&quot;id&quot;:&quot;e7b9bc09-81eb-4374-9f59-c1f8a3c83304&quot;}}" hidden="1">
            <a:extLst>
              <a:ext uri="{FF2B5EF4-FFF2-40B4-BE49-F238E27FC236}">
                <a16:creationId xmlns:a16="http://schemas.microsoft.com/office/drawing/2014/main" id="{2B2F7145-7DCA-4B3F-A8AE-07622CB5DF8E}"/>
              </a:ext>
            </a:extLst>
          </p:cNvPr>
          <p:cNvSpPr/>
          <p:nvPr userDrawn="1"/>
        </p:nvSpPr>
        <p:spPr>
          <a:xfrm>
            <a:off x="478368" y="6357720"/>
            <a:ext cx="3425417" cy="2513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1067" u="none">
                <a:solidFill>
                  <a:schemeClr val="tx1"/>
                </a:solidFill>
              </a:rPr>
              <a:t>University of St.Gallen
Executive School of Management, Technology and Law</a:t>
            </a:r>
          </a:p>
        </p:txBody>
      </p:sp>
      <p:sp>
        <p:nvSpPr>
          <p:cNvPr id="6" name="Rectangle 5" descr="{&quot;templafy&quot;:{&quot;id&quot;:&quot;b0226a5a-a5b6-48d4-add9-c083cb958e54&quot;}}">
            <a:extLst>
              <a:ext uri="{FF2B5EF4-FFF2-40B4-BE49-F238E27FC236}">
                <a16:creationId xmlns:a16="http://schemas.microsoft.com/office/drawing/2014/main" id="{262E1A3B-3377-4A30-FB4F-A96488DC7328}"/>
              </a:ext>
            </a:extLst>
          </p:cNvPr>
          <p:cNvSpPr/>
          <p:nvPr userDrawn="1"/>
        </p:nvSpPr>
        <p:spPr>
          <a:xfrm>
            <a:off x="9072000" y="6360498"/>
            <a:ext cx="1569595" cy="2457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IE" sz="1067">
                <a:solidFill>
                  <a:schemeClr val="tx1"/>
                </a:solidFill>
              </a:rPr>
              <a:t>6 March, 2025</a:t>
            </a:r>
            <a:endParaRPr lang="en-GB" sz="1067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35945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01600"/>
            <a:ext cx="10972800" cy="419088"/>
          </a:xfrm>
        </p:spPr>
        <p:txBody>
          <a:bodyPr/>
          <a:lstStyle>
            <a:lvl1pPr>
              <a:defRPr>
                <a:solidFill>
                  <a:srgbClr val="64646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Line 10"/>
          <p:cNvSpPr>
            <a:spLocks noChangeShapeType="1"/>
          </p:cNvSpPr>
          <p:nvPr userDrawn="1"/>
        </p:nvSpPr>
        <p:spPr bwMode="auto">
          <a:xfrm>
            <a:off x="609600" y="1044000"/>
            <a:ext cx="1097280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noProof="0">
              <a:solidFill>
                <a:srgbClr val="646464"/>
              </a:solidFill>
            </a:endParaRPr>
          </a:p>
        </p:txBody>
      </p:sp>
      <p:sp>
        <p:nvSpPr>
          <p:cNvPr id="8" name="Line 11"/>
          <p:cNvSpPr>
            <a:spLocks noChangeShapeType="1"/>
          </p:cNvSpPr>
          <p:nvPr userDrawn="1"/>
        </p:nvSpPr>
        <p:spPr bwMode="auto">
          <a:xfrm>
            <a:off x="609600" y="6242400"/>
            <a:ext cx="10972800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noProof="0">
              <a:solidFill>
                <a:srgbClr val="646464"/>
              </a:solidFill>
            </a:endParaRP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609600" y="620688"/>
            <a:ext cx="10972800" cy="442800"/>
          </a:xfr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/>
              <a:t>Click to edit Master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72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3F5FBB55-F7E6-A51C-7B32-D9A057C0F8F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3F5FBB55-F7E6-A51C-7B32-D9A057C0F8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" name="Graphic 26">
            <a:extLst>
              <a:ext uri="{FF2B5EF4-FFF2-40B4-BE49-F238E27FC236}">
                <a16:creationId xmlns:a16="http://schemas.microsoft.com/office/drawing/2014/main" id="{A9CDCB0E-D9C6-D2F4-E437-CF7D2EB39F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6" y="152373"/>
            <a:ext cx="1782000" cy="689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5425" y="1196975"/>
            <a:ext cx="6722148" cy="2148319"/>
          </a:xfrm>
        </p:spPr>
        <p:txBody>
          <a:bodyPr vert="horz" anchor="b">
            <a:normAutofit/>
          </a:bodyPr>
          <a:lstStyle>
            <a:lvl1pPr algn="l">
              <a:defRPr sz="3600">
                <a:solidFill>
                  <a:schemeClr val="accent5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5425" y="3437369"/>
            <a:ext cx="5761567" cy="1283999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5"/>
                </a:solidFill>
                <a:latin typeface="+mn-lt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D6D046-9E8A-417B-B758-A6E20A0FE31C}"/>
              </a:ext>
            </a:extLst>
          </p:cNvPr>
          <p:cNvSpPr/>
          <p:nvPr userDrawn="1"/>
        </p:nvSpPr>
        <p:spPr bwMode="auto">
          <a:xfrm>
            <a:off x="6787133" y="5399389"/>
            <a:ext cx="547941" cy="547483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000" b="0" i="0" u="none" strike="noStrike" cap="none" normalizeH="0" baseline="0">
              <a:ln>
                <a:noFill/>
              </a:ln>
              <a:solidFill>
                <a:schemeClr val="accent6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977530C5-2DE6-44CA-8A8F-019E4D7C204F}"/>
              </a:ext>
            </a:extLst>
          </p:cNvPr>
          <p:cNvSpPr/>
          <p:nvPr userDrawn="1"/>
        </p:nvSpPr>
        <p:spPr bwMode="auto">
          <a:xfrm>
            <a:off x="5929176" y="5949896"/>
            <a:ext cx="1802643" cy="908104"/>
          </a:xfrm>
          <a:custGeom>
            <a:avLst/>
            <a:gdLst>
              <a:gd name="connsiteX0" fmla="*/ 531 w 1423686"/>
              <a:gd name="connsiteY0" fmla="*/ 0 h 717107"/>
              <a:gd name="connsiteX1" fmla="*/ 1423155 w 1423686"/>
              <a:gd name="connsiteY1" fmla="*/ 0 h 717107"/>
              <a:gd name="connsiteX2" fmla="*/ 1423686 w 1423686"/>
              <a:gd name="connsiteY2" fmla="*/ 5264 h 717107"/>
              <a:gd name="connsiteX3" fmla="*/ 711843 w 1423686"/>
              <a:gd name="connsiteY3" fmla="*/ 717107 h 717107"/>
              <a:gd name="connsiteX4" fmla="*/ 0 w 1423686"/>
              <a:gd name="connsiteY4" fmla="*/ 5264 h 717107"/>
              <a:gd name="connsiteX5" fmla="*/ 531 w 1423686"/>
              <a:gd name="connsiteY5" fmla="*/ 0 h 7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3686" h="717107">
                <a:moveTo>
                  <a:pt x="531" y="0"/>
                </a:moveTo>
                <a:lnTo>
                  <a:pt x="1423155" y="0"/>
                </a:lnTo>
                <a:lnTo>
                  <a:pt x="1423686" y="5264"/>
                </a:lnTo>
                <a:cubicBezTo>
                  <a:pt x="1423686" y="398404"/>
                  <a:pt x="1104983" y="717107"/>
                  <a:pt x="711843" y="717107"/>
                </a:cubicBezTo>
                <a:cubicBezTo>
                  <a:pt x="318703" y="717107"/>
                  <a:pt x="0" y="398404"/>
                  <a:pt x="0" y="5264"/>
                </a:cubicBezTo>
                <a:lnTo>
                  <a:pt x="531" y="0"/>
                </a:lnTo>
                <a:close/>
              </a:path>
            </a:pathLst>
          </a:custGeom>
          <a:solidFill>
            <a:schemeClr val="accent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000" b="0" i="0" u="none" strike="noStrike" cap="none" normalizeH="0" baseline="0">
              <a:ln>
                <a:noFill/>
              </a:ln>
              <a:solidFill>
                <a:schemeClr val="accent6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CBDF7E11-8F3D-4306-A7C9-3CBBFA98620F}"/>
              </a:ext>
            </a:extLst>
          </p:cNvPr>
          <p:cNvSpPr/>
          <p:nvPr userDrawn="1"/>
        </p:nvSpPr>
        <p:spPr bwMode="auto">
          <a:xfrm rot="7933215">
            <a:off x="6018217" y="4998607"/>
            <a:ext cx="1201179" cy="604951"/>
          </a:xfrm>
          <a:custGeom>
            <a:avLst/>
            <a:gdLst>
              <a:gd name="connsiteX0" fmla="*/ 531 w 1423686"/>
              <a:gd name="connsiteY0" fmla="*/ 0 h 717107"/>
              <a:gd name="connsiteX1" fmla="*/ 1423155 w 1423686"/>
              <a:gd name="connsiteY1" fmla="*/ 0 h 717107"/>
              <a:gd name="connsiteX2" fmla="*/ 1423686 w 1423686"/>
              <a:gd name="connsiteY2" fmla="*/ 5264 h 717107"/>
              <a:gd name="connsiteX3" fmla="*/ 711843 w 1423686"/>
              <a:gd name="connsiteY3" fmla="*/ 717107 h 717107"/>
              <a:gd name="connsiteX4" fmla="*/ 0 w 1423686"/>
              <a:gd name="connsiteY4" fmla="*/ 5264 h 717107"/>
              <a:gd name="connsiteX5" fmla="*/ 531 w 1423686"/>
              <a:gd name="connsiteY5" fmla="*/ 0 h 7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3686" h="717107">
                <a:moveTo>
                  <a:pt x="531" y="0"/>
                </a:moveTo>
                <a:lnTo>
                  <a:pt x="1423155" y="0"/>
                </a:lnTo>
                <a:lnTo>
                  <a:pt x="1423686" y="5264"/>
                </a:lnTo>
                <a:cubicBezTo>
                  <a:pt x="1423686" y="398404"/>
                  <a:pt x="1104983" y="717107"/>
                  <a:pt x="711843" y="717107"/>
                </a:cubicBezTo>
                <a:cubicBezTo>
                  <a:pt x="318703" y="717107"/>
                  <a:pt x="0" y="398404"/>
                  <a:pt x="0" y="5264"/>
                </a:cubicBezTo>
                <a:lnTo>
                  <a:pt x="531" y="0"/>
                </a:lnTo>
                <a:close/>
              </a:path>
            </a:pathLst>
          </a:cu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000" b="0" i="0" u="none" strike="noStrike" cap="none" normalizeH="0" baseline="0">
              <a:ln>
                <a:noFill/>
              </a:ln>
              <a:solidFill>
                <a:schemeClr val="accent6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8C38856E-DF0D-49BD-A0AF-37F515F1D5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45996" y="1810817"/>
            <a:ext cx="5040000" cy="5040000"/>
          </a:xfrm>
          <a:prstGeom prst="ellipse">
            <a:avLst/>
          </a:prstGeom>
        </p:spPr>
        <p:txBody>
          <a:bodyPr/>
          <a:lstStyle>
            <a:lvl1pPr algn="ctr">
              <a:buNone/>
              <a:defRPr b="0" i="0">
                <a:solidFill>
                  <a:schemeClr val="accent5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Add a picture here</a:t>
            </a:r>
          </a:p>
        </p:txBody>
      </p:sp>
      <p:sp>
        <p:nvSpPr>
          <p:cNvPr id="20" name="Date Name Organization">
            <a:extLst>
              <a:ext uri="{FF2B5EF4-FFF2-40B4-BE49-F238E27FC236}">
                <a16:creationId xmlns:a16="http://schemas.microsoft.com/office/drawing/2014/main" id="{B679C166-F3F4-4469-BDA4-0521529C84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5425" y="4913252"/>
            <a:ext cx="5251984" cy="1056000"/>
          </a:xfrm>
        </p:spPr>
        <p:txBody>
          <a:bodyPr anchor="b"/>
          <a:lstStyle>
            <a:lvl1pPr marL="0" indent="0">
              <a:spcAft>
                <a:spcPts val="133"/>
              </a:spcAft>
              <a:buNone/>
              <a:defRPr sz="1200">
                <a:solidFill>
                  <a:schemeClr val="accent5"/>
                </a:solidFill>
                <a:latin typeface="+mn-lt"/>
                <a:cs typeface="Arial" panose="020B0604020202020204" pitchFamily="34" charset="0"/>
              </a:defRPr>
            </a:lvl1pPr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[Date]</a:t>
            </a:r>
            <a:br>
              <a:rPr lang="en-US"/>
            </a:br>
            <a:r>
              <a:rPr lang="en-US"/>
              <a:t>[Name of moderator]</a:t>
            </a:r>
            <a:br>
              <a:rPr lang="en-US"/>
            </a:br>
            <a:r>
              <a:rPr lang="en-US"/>
              <a:t>[Organizational Unit]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93D7AA-4B02-44F3-849A-D51D7F7A9CD0}"/>
              </a:ext>
            </a:extLst>
          </p:cNvPr>
          <p:cNvSpPr txBox="1"/>
          <p:nvPr userDrawn="1"/>
        </p:nvSpPr>
        <p:spPr>
          <a:xfrm>
            <a:off x="11158230" y="6548967"/>
            <a:ext cx="699337" cy="14356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sz="900">
                <a:solidFill>
                  <a:schemeClr val="accent6"/>
                </a:solidFill>
                <a:latin typeface="+mn-lt"/>
                <a:cs typeface="Arial" panose="020B0604020202020204" pitchFamily="34" charset="0"/>
              </a:rPr>
              <a:t>© Zurich</a:t>
            </a:r>
          </a:p>
        </p:txBody>
      </p:sp>
    </p:spTree>
    <p:extLst>
      <p:ext uri="{BB962C8B-B14F-4D97-AF65-F5344CB8AC3E}">
        <p14:creationId xmlns:p14="http://schemas.microsoft.com/office/powerpoint/2010/main" val="83185745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Ligh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ED8689CC-4333-44CB-E99C-E8CF5E24F7E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ED8689CC-4333-44CB-E99C-E8CF5E24F7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9451" y="1196975"/>
            <a:ext cx="6722148" cy="2163821"/>
          </a:xfrm>
        </p:spPr>
        <p:txBody>
          <a:bodyPr vert="horz" anchor="b">
            <a:normAutofit/>
          </a:bodyPr>
          <a:lstStyle>
            <a:lvl1pPr algn="l">
              <a:defRPr sz="36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9451" y="3452871"/>
            <a:ext cx="5761567" cy="1283999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D6D046-9E8A-417B-B758-A6E20A0FE31C}"/>
              </a:ext>
            </a:extLst>
          </p:cNvPr>
          <p:cNvSpPr/>
          <p:nvPr userDrawn="1"/>
        </p:nvSpPr>
        <p:spPr bwMode="auto">
          <a:xfrm>
            <a:off x="6803245" y="5407445"/>
            <a:ext cx="547941" cy="547483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000" b="0" i="0" u="none" strike="noStrike" cap="none" normalizeH="0" baseline="0">
              <a:ln>
                <a:noFill/>
              </a:ln>
              <a:solidFill>
                <a:schemeClr val="accent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977530C5-2DE6-44CA-8A8F-019E4D7C204F}"/>
              </a:ext>
            </a:extLst>
          </p:cNvPr>
          <p:cNvSpPr/>
          <p:nvPr userDrawn="1"/>
        </p:nvSpPr>
        <p:spPr bwMode="auto">
          <a:xfrm>
            <a:off x="5945288" y="5953924"/>
            <a:ext cx="1802643" cy="908104"/>
          </a:xfrm>
          <a:custGeom>
            <a:avLst/>
            <a:gdLst>
              <a:gd name="connsiteX0" fmla="*/ 531 w 1423686"/>
              <a:gd name="connsiteY0" fmla="*/ 0 h 717107"/>
              <a:gd name="connsiteX1" fmla="*/ 1423155 w 1423686"/>
              <a:gd name="connsiteY1" fmla="*/ 0 h 717107"/>
              <a:gd name="connsiteX2" fmla="*/ 1423686 w 1423686"/>
              <a:gd name="connsiteY2" fmla="*/ 5264 h 717107"/>
              <a:gd name="connsiteX3" fmla="*/ 711843 w 1423686"/>
              <a:gd name="connsiteY3" fmla="*/ 717107 h 717107"/>
              <a:gd name="connsiteX4" fmla="*/ 0 w 1423686"/>
              <a:gd name="connsiteY4" fmla="*/ 5264 h 717107"/>
              <a:gd name="connsiteX5" fmla="*/ 531 w 1423686"/>
              <a:gd name="connsiteY5" fmla="*/ 0 h 7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3686" h="717107">
                <a:moveTo>
                  <a:pt x="531" y="0"/>
                </a:moveTo>
                <a:lnTo>
                  <a:pt x="1423155" y="0"/>
                </a:lnTo>
                <a:lnTo>
                  <a:pt x="1423686" y="5264"/>
                </a:lnTo>
                <a:cubicBezTo>
                  <a:pt x="1423686" y="398404"/>
                  <a:pt x="1104983" y="717107"/>
                  <a:pt x="711843" y="717107"/>
                </a:cubicBezTo>
                <a:cubicBezTo>
                  <a:pt x="318703" y="717107"/>
                  <a:pt x="0" y="398404"/>
                  <a:pt x="0" y="5264"/>
                </a:cubicBezTo>
                <a:lnTo>
                  <a:pt x="531" y="0"/>
                </a:lnTo>
                <a:close/>
              </a:path>
            </a:pathLst>
          </a:custGeom>
          <a:solidFill>
            <a:schemeClr val="accent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000" b="0" i="0" u="none" strike="noStrike" cap="none" normalizeH="0" baseline="0">
              <a:ln>
                <a:noFill/>
              </a:ln>
              <a:solidFill>
                <a:schemeClr val="accent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CBDF7E11-8F3D-4306-A7C9-3CBBFA98620F}"/>
              </a:ext>
            </a:extLst>
          </p:cNvPr>
          <p:cNvSpPr/>
          <p:nvPr userDrawn="1"/>
        </p:nvSpPr>
        <p:spPr bwMode="auto">
          <a:xfrm rot="7933215">
            <a:off x="6034329" y="5006663"/>
            <a:ext cx="1201179" cy="604951"/>
          </a:xfrm>
          <a:custGeom>
            <a:avLst/>
            <a:gdLst>
              <a:gd name="connsiteX0" fmla="*/ 531 w 1423686"/>
              <a:gd name="connsiteY0" fmla="*/ 0 h 717107"/>
              <a:gd name="connsiteX1" fmla="*/ 1423155 w 1423686"/>
              <a:gd name="connsiteY1" fmla="*/ 0 h 717107"/>
              <a:gd name="connsiteX2" fmla="*/ 1423686 w 1423686"/>
              <a:gd name="connsiteY2" fmla="*/ 5264 h 717107"/>
              <a:gd name="connsiteX3" fmla="*/ 711843 w 1423686"/>
              <a:gd name="connsiteY3" fmla="*/ 717107 h 717107"/>
              <a:gd name="connsiteX4" fmla="*/ 0 w 1423686"/>
              <a:gd name="connsiteY4" fmla="*/ 5264 h 717107"/>
              <a:gd name="connsiteX5" fmla="*/ 531 w 1423686"/>
              <a:gd name="connsiteY5" fmla="*/ 0 h 7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3686" h="717107">
                <a:moveTo>
                  <a:pt x="531" y="0"/>
                </a:moveTo>
                <a:lnTo>
                  <a:pt x="1423155" y="0"/>
                </a:lnTo>
                <a:lnTo>
                  <a:pt x="1423686" y="5264"/>
                </a:lnTo>
                <a:cubicBezTo>
                  <a:pt x="1423686" y="398404"/>
                  <a:pt x="1104983" y="717107"/>
                  <a:pt x="711843" y="717107"/>
                </a:cubicBezTo>
                <a:cubicBezTo>
                  <a:pt x="318703" y="717107"/>
                  <a:pt x="0" y="398404"/>
                  <a:pt x="0" y="5264"/>
                </a:cubicBezTo>
                <a:lnTo>
                  <a:pt x="531" y="0"/>
                </a:lnTo>
                <a:close/>
              </a:path>
            </a:pathLst>
          </a:cu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000" b="0" i="0" u="none" strike="noStrike" cap="none" normalizeH="0" baseline="0">
              <a:ln>
                <a:noFill/>
              </a:ln>
              <a:solidFill>
                <a:schemeClr val="accent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8C38856E-DF0D-49BD-A0AF-37F515F1D5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54052" y="1818873"/>
            <a:ext cx="5040000" cy="5040000"/>
          </a:xfrm>
          <a:prstGeom prst="ellipse">
            <a:avLst/>
          </a:prstGeom>
        </p:spPr>
        <p:txBody>
          <a:bodyPr/>
          <a:lstStyle>
            <a:lvl1pPr algn="ctr">
              <a:buNone/>
              <a:defRPr b="0" i="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Add a picture here</a:t>
            </a:r>
          </a:p>
        </p:txBody>
      </p:sp>
      <p:sp>
        <p:nvSpPr>
          <p:cNvPr id="20" name="Date Name Organization">
            <a:extLst>
              <a:ext uri="{FF2B5EF4-FFF2-40B4-BE49-F238E27FC236}">
                <a16:creationId xmlns:a16="http://schemas.microsoft.com/office/drawing/2014/main" id="{B679C166-F3F4-4469-BDA4-0521529C84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0825" y="4923646"/>
            <a:ext cx="5251984" cy="1056000"/>
          </a:xfrm>
        </p:spPr>
        <p:txBody>
          <a:bodyPr anchor="b"/>
          <a:lstStyle>
            <a:lvl1pPr marL="0" indent="0">
              <a:spcAft>
                <a:spcPts val="133"/>
              </a:spcAft>
              <a:buNone/>
              <a:defRPr sz="12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[Date]</a:t>
            </a:r>
            <a:br>
              <a:rPr lang="en-US"/>
            </a:br>
            <a:r>
              <a:rPr lang="en-US"/>
              <a:t>[Name of moderator]</a:t>
            </a:r>
            <a:br>
              <a:rPr lang="en-US"/>
            </a:br>
            <a:r>
              <a:rPr lang="en-US"/>
              <a:t>[Organizational Unit]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BB533B0-3B2D-B6C5-041F-322965DA57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6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74527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2F1406EC-9BFF-3460-49A6-84F969C645E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2F1406EC-9BFF-3460-49A6-84F969C645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Graphic 18">
            <a:extLst>
              <a:ext uri="{FF2B5EF4-FFF2-40B4-BE49-F238E27FC236}">
                <a16:creationId xmlns:a16="http://schemas.microsoft.com/office/drawing/2014/main" id="{9E2366D4-7C96-A33F-7E29-165126626D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825" y="1151927"/>
            <a:ext cx="11678400" cy="5040000"/>
          </a:xfrm>
        </p:spPr>
        <p:txBody>
          <a:bodyPr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9DEE29F2-F280-4686-A9A8-395944373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F71481AB-279E-41C8-ACA9-C2DA8D6056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18E30B75-9CF0-0775-B941-FE7D212DB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9583200" cy="3600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EE267CE-325C-462B-BBBE-BB1B3ABD1F8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50825" y="666073"/>
            <a:ext cx="9583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  <a:lvl2pPr marL="239712" indent="0">
              <a:buNone/>
              <a:defRPr sz="1800">
                <a:solidFill>
                  <a:schemeClr val="accent1"/>
                </a:solidFill>
              </a:defRPr>
            </a:lvl2pPr>
            <a:lvl3pPr marL="538163" indent="0">
              <a:buNone/>
              <a:defRPr sz="1800">
                <a:solidFill>
                  <a:schemeClr val="accent1"/>
                </a:solidFill>
              </a:defRPr>
            </a:lvl3pPr>
            <a:lvl4pPr marL="719138" indent="0">
              <a:buNone/>
              <a:defRPr sz="1800">
                <a:solidFill>
                  <a:schemeClr val="accent1"/>
                </a:solidFill>
              </a:defRPr>
            </a:lvl4pPr>
            <a:lvl5pPr marL="985837" indent="0">
              <a:buNone/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8006764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6A6015A9-B6EB-5E1B-D8F1-9914306E93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6A6015A9-B6EB-5E1B-D8F1-9914306E93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999" y="1198800"/>
            <a:ext cx="11678400" cy="5040000"/>
          </a:xfrm>
        </p:spPr>
        <p:txBody>
          <a:bodyPr/>
          <a:lstStyle>
            <a:lvl1pPr marL="269875" indent="-269875">
              <a:buFont typeface="+mj-lt"/>
              <a:buAutoNum type="arabicPeriod"/>
              <a:defRPr sz="1800">
                <a:latin typeface="+mn-lt"/>
                <a:cs typeface="Arial" panose="020B0604020202020204" pitchFamily="34" charset="0"/>
              </a:defRPr>
            </a:lvl1pPr>
            <a:lvl2pPr marL="539750" indent="-269875">
              <a:buFont typeface="+mj-lt"/>
              <a:buAutoNum type="arabicPeriod"/>
              <a:defRPr sz="1600">
                <a:latin typeface="+mn-lt"/>
                <a:cs typeface="Arial" panose="020B0604020202020204" pitchFamily="34" charset="0"/>
              </a:defRPr>
            </a:lvl2pPr>
            <a:lvl3pPr marL="717550" indent="-177800">
              <a:buFont typeface="+mj-lt"/>
              <a:buAutoNum type="arabicPeriod"/>
              <a:tabLst/>
              <a:defRPr sz="1400">
                <a:latin typeface="+mn-lt"/>
                <a:cs typeface="Arial" panose="020B0604020202020204" pitchFamily="34" charset="0"/>
              </a:defRPr>
            </a:lvl3pPr>
            <a:lvl4pPr marL="898525" indent="-180975">
              <a:buFont typeface="+mj-lt"/>
              <a:buAutoNum type="arabicPeriod"/>
              <a:defRPr sz="1200">
                <a:latin typeface="+mn-lt"/>
                <a:cs typeface="Arial" panose="020B0604020202020204" pitchFamily="34" charset="0"/>
              </a:defRPr>
            </a:lvl4pPr>
            <a:lvl5pPr marL="1074738" indent="-176213">
              <a:buFont typeface="+mj-lt"/>
              <a:buAutoNum type="arabicPeriod"/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8031B39C-DF70-43CD-94D0-81EF6CC024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4ED371B5-D44C-4D74-B5F8-F89D42D71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23377CAE-C7EF-4319-6BB8-274061F36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9586415" cy="3600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Content Placeholder 14">
            <a:extLst>
              <a:ext uri="{FF2B5EF4-FFF2-40B4-BE49-F238E27FC236}">
                <a16:creationId xmlns:a16="http://schemas.microsoft.com/office/drawing/2014/main" id="{1C20988F-DF90-0426-6149-7E7F6E5115D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50825" y="666073"/>
            <a:ext cx="9583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  <a:lvl2pPr marL="239712" indent="0">
              <a:buNone/>
              <a:defRPr sz="1800">
                <a:solidFill>
                  <a:schemeClr val="accent1"/>
                </a:solidFill>
              </a:defRPr>
            </a:lvl2pPr>
            <a:lvl3pPr marL="538163" indent="0">
              <a:buNone/>
              <a:defRPr sz="1800">
                <a:solidFill>
                  <a:schemeClr val="accent1"/>
                </a:solidFill>
              </a:defRPr>
            </a:lvl3pPr>
            <a:lvl4pPr marL="719138" indent="0">
              <a:buNone/>
              <a:defRPr sz="1800">
                <a:solidFill>
                  <a:schemeClr val="accent1"/>
                </a:solidFill>
              </a:defRPr>
            </a:lvl4pPr>
            <a:lvl5pPr marL="985837" indent="0">
              <a:buNone/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subtitle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DF790E7-FABD-22BC-1A6C-4795DDC869F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05252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B04C0D27-889B-3151-6ECA-B7B1AF6D645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B04C0D27-889B-3151-6ECA-B7B1AF6D64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000" y="1198800"/>
            <a:ext cx="5647150" cy="5040145"/>
          </a:xfrm>
        </p:spPr>
        <p:txBody>
          <a:bodyPr lIns="72000" tIns="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D38D433-C715-4635-977C-8E54E7555A0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80731" y="1198800"/>
            <a:ext cx="5652000" cy="5040145"/>
          </a:xfrm>
        </p:spPr>
        <p:txBody>
          <a:bodyPr lIns="72000" tIns="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7778DC4A-6DD8-4810-A49B-89B671171F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4" name="Footer Placeholder 3">
            <a:extLst>
              <a:ext uri="{FF2B5EF4-FFF2-40B4-BE49-F238E27FC236}">
                <a16:creationId xmlns:a16="http://schemas.microsoft.com/office/drawing/2014/main" id="{B66B4EB9-2868-4BA8-BD4D-16B8E7A16D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4EA731-2898-D962-FAA6-B0737584A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9586415" cy="3600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14">
            <a:extLst>
              <a:ext uri="{FF2B5EF4-FFF2-40B4-BE49-F238E27FC236}">
                <a16:creationId xmlns:a16="http://schemas.microsoft.com/office/drawing/2014/main" id="{45C87A36-AF1D-5E17-86AD-9CDBE1DEDA7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50825" y="666073"/>
            <a:ext cx="9583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  <a:lvl2pPr marL="239712" indent="0">
              <a:buNone/>
              <a:defRPr sz="1800">
                <a:solidFill>
                  <a:schemeClr val="accent1"/>
                </a:solidFill>
              </a:defRPr>
            </a:lvl2pPr>
            <a:lvl3pPr marL="538163" indent="0">
              <a:buNone/>
              <a:defRPr sz="1800">
                <a:solidFill>
                  <a:schemeClr val="accent1"/>
                </a:solidFill>
              </a:defRPr>
            </a:lvl3pPr>
            <a:lvl4pPr marL="719138" indent="0">
              <a:buNone/>
              <a:defRPr sz="1800">
                <a:solidFill>
                  <a:schemeClr val="accent1"/>
                </a:solidFill>
              </a:defRPr>
            </a:lvl4pPr>
            <a:lvl5pPr marL="985837" indent="0">
              <a:buNone/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subtitle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1A9075B-D713-88EB-05F2-FE6145569C1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20628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box and circle fo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968A405-2ADD-CD83-F2C5-E4C87A464DC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968A405-2ADD-CD83-F2C5-E4C87A464D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000" y="1198800"/>
            <a:ext cx="5652000" cy="5040000"/>
          </a:xfrm>
        </p:spPr>
        <p:txBody>
          <a:bodyPr lIns="72000" tIns="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1605E3C-D76A-4678-9277-BF9E2085756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13444" y="1198800"/>
            <a:ext cx="5040000" cy="5040000"/>
          </a:xfrm>
          <a:prstGeom prst="ellipse">
            <a:avLst/>
          </a:prstGeom>
        </p:spPr>
        <p:txBody>
          <a:bodyPr/>
          <a:lstStyle>
            <a:lvl1pPr algn="ctr">
              <a:buNone/>
              <a:defRPr b="0" i="0">
                <a:solidFill>
                  <a:srgbClr val="1C67AF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Add a picture here</a:t>
            </a: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3A975D44-BBDE-415E-AD10-4B5D27EC1F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4" name="Footer Placeholder 3">
            <a:extLst>
              <a:ext uri="{FF2B5EF4-FFF2-40B4-BE49-F238E27FC236}">
                <a16:creationId xmlns:a16="http://schemas.microsoft.com/office/drawing/2014/main" id="{D7853777-3467-41CD-B494-D2A35BD43D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7FB541-5D52-F76C-98B2-A93A3DE51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9586415" cy="3600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14">
            <a:extLst>
              <a:ext uri="{FF2B5EF4-FFF2-40B4-BE49-F238E27FC236}">
                <a16:creationId xmlns:a16="http://schemas.microsoft.com/office/drawing/2014/main" id="{D9196592-353D-5060-F0CD-E79D796D1DD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50825" y="666073"/>
            <a:ext cx="9583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  <a:lvl2pPr marL="239712" indent="0">
              <a:buNone/>
              <a:defRPr sz="1800">
                <a:solidFill>
                  <a:schemeClr val="accent1"/>
                </a:solidFill>
              </a:defRPr>
            </a:lvl2pPr>
            <a:lvl3pPr marL="538163" indent="0">
              <a:buNone/>
              <a:defRPr sz="1800">
                <a:solidFill>
                  <a:schemeClr val="accent1"/>
                </a:solidFill>
              </a:defRPr>
            </a:lvl3pPr>
            <a:lvl4pPr marL="719138" indent="0">
              <a:buNone/>
              <a:defRPr sz="1800">
                <a:solidFill>
                  <a:schemeClr val="accent1"/>
                </a:solidFill>
              </a:defRPr>
            </a:lvl4pPr>
            <a:lvl5pPr marL="985837" indent="0">
              <a:buNone/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DB166E9-4333-8D2E-1FBA-621B8B2101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31104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box, Safe Spac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8947306-4C96-3088-EC34-17C69C1F9A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8947306-4C96-3088-EC34-17C69C1F9A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000" y="1198800"/>
            <a:ext cx="5652000" cy="5040145"/>
          </a:xfrm>
        </p:spPr>
        <p:txBody>
          <a:bodyPr lIns="72000" tIns="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7" name="Picture Placeholder 23">
            <a:extLst>
              <a:ext uri="{FF2B5EF4-FFF2-40B4-BE49-F238E27FC236}">
                <a16:creationId xmlns:a16="http://schemas.microsoft.com/office/drawing/2014/main" id="{632F94C8-BFF9-44C4-AD1A-92E5E5E20C6E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6813533" y="1198800"/>
            <a:ext cx="5039466" cy="5040000"/>
          </a:xfrm>
          <a:custGeom>
            <a:avLst/>
            <a:gdLst>
              <a:gd name="connsiteX0" fmla="*/ 991609 w 1983218"/>
              <a:gd name="connsiteY0" fmla="*/ 0 h 1983428"/>
              <a:gd name="connsiteX1" fmla="*/ 1983218 w 1983218"/>
              <a:gd name="connsiteY1" fmla="*/ 991609 h 1983428"/>
              <a:gd name="connsiteX2" fmla="*/ 991399 w 1983218"/>
              <a:gd name="connsiteY2" fmla="*/ 1983428 h 1983428"/>
              <a:gd name="connsiteX3" fmla="*/ 237390 w 1983218"/>
              <a:gd name="connsiteY3" fmla="*/ 1635494 h 1983428"/>
              <a:gd name="connsiteX4" fmla="*/ 287345 w 1983218"/>
              <a:gd name="connsiteY4" fmla="*/ 1620941 h 1983428"/>
              <a:gd name="connsiteX5" fmla="*/ 339399 w 1983218"/>
              <a:gd name="connsiteY5" fmla="*/ 1616744 h 1983428"/>
              <a:gd name="connsiteX6" fmla="*/ 446934 w 1983218"/>
              <a:gd name="connsiteY6" fmla="*/ 1627798 h 1983428"/>
              <a:gd name="connsiteX7" fmla="*/ 538448 w 1983218"/>
              <a:gd name="connsiteY7" fmla="*/ 1637663 h 1983428"/>
              <a:gd name="connsiteX8" fmla="*/ 542996 w 1983218"/>
              <a:gd name="connsiteY8" fmla="*/ 1637593 h 1983428"/>
              <a:gd name="connsiteX9" fmla="*/ 620377 w 1983218"/>
              <a:gd name="connsiteY9" fmla="*/ 1612126 h 1983428"/>
              <a:gd name="connsiteX10" fmla="*/ 672640 w 1983218"/>
              <a:gd name="connsiteY10" fmla="*/ 1542861 h 1983428"/>
              <a:gd name="connsiteX11" fmla="*/ 686703 w 1983218"/>
              <a:gd name="connsiteY11" fmla="*/ 1502981 h 1983428"/>
              <a:gd name="connsiteX12" fmla="*/ 672570 w 1983218"/>
              <a:gd name="connsiteY12" fmla="*/ 1499413 h 1983428"/>
              <a:gd name="connsiteX13" fmla="*/ 667883 w 1983218"/>
              <a:gd name="connsiteY13" fmla="*/ 1508928 h 1983428"/>
              <a:gd name="connsiteX14" fmla="*/ 620517 w 1983218"/>
              <a:gd name="connsiteY14" fmla="*/ 1562941 h 1983428"/>
              <a:gd name="connsiteX15" fmla="*/ 586304 w 1983218"/>
              <a:gd name="connsiteY15" fmla="*/ 1579382 h 1983428"/>
              <a:gd name="connsiteX16" fmla="*/ 530752 w 1983218"/>
              <a:gd name="connsiteY16" fmla="*/ 1586029 h 1983428"/>
              <a:gd name="connsiteX17" fmla="*/ 488703 w 1983218"/>
              <a:gd name="connsiteY17" fmla="*/ 1584560 h 1983428"/>
              <a:gd name="connsiteX18" fmla="*/ 441757 w 1983218"/>
              <a:gd name="connsiteY18" fmla="*/ 1581621 h 1983428"/>
              <a:gd name="connsiteX19" fmla="*/ 392992 w 1983218"/>
              <a:gd name="connsiteY19" fmla="*/ 1579662 h 1983428"/>
              <a:gd name="connsiteX20" fmla="*/ 355001 w 1983218"/>
              <a:gd name="connsiteY20" fmla="*/ 1581551 h 1983428"/>
              <a:gd name="connsiteX21" fmla="*/ 619327 w 1983218"/>
              <a:gd name="connsiteY21" fmla="*/ 1228160 h 1983428"/>
              <a:gd name="connsiteX22" fmla="*/ 286715 w 1983218"/>
              <a:gd name="connsiteY22" fmla="*/ 1228160 h 1983428"/>
              <a:gd name="connsiteX23" fmla="*/ 260688 w 1983218"/>
              <a:gd name="connsiteY23" fmla="*/ 1328349 h 1983428"/>
              <a:gd name="connsiteX24" fmla="*/ 276221 w 1983218"/>
              <a:gd name="connsiteY24" fmla="*/ 1331847 h 1983428"/>
              <a:gd name="connsiteX25" fmla="*/ 280558 w 1983218"/>
              <a:gd name="connsiteY25" fmla="*/ 1323592 h 1983428"/>
              <a:gd name="connsiteX26" fmla="*/ 313092 w 1983218"/>
              <a:gd name="connsiteY26" fmla="*/ 1284901 h 1983428"/>
              <a:gd name="connsiteX27" fmla="*/ 345625 w 1983218"/>
              <a:gd name="connsiteY27" fmla="*/ 1271608 h 1983428"/>
              <a:gd name="connsiteX28" fmla="*/ 424825 w 1983218"/>
              <a:gd name="connsiteY28" fmla="*/ 1265451 h 1983428"/>
              <a:gd name="connsiteX29" fmla="*/ 453161 w 1983218"/>
              <a:gd name="connsiteY29" fmla="*/ 1265521 h 1983428"/>
              <a:gd name="connsiteX30" fmla="*/ 481777 w 1983218"/>
              <a:gd name="connsiteY30" fmla="*/ 1265451 h 1983428"/>
              <a:gd name="connsiteX31" fmla="*/ 218150 w 1983218"/>
              <a:gd name="connsiteY31" fmla="*/ 1611846 h 1983428"/>
              <a:gd name="connsiteX32" fmla="*/ 0 w 1983218"/>
              <a:gd name="connsiteY32" fmla="*/ 991609 h 1983428"/>
              <a:gd name="connsiteX33" fmla="*/ 991609 w 1983218"/>
              <a:gd name="connsiteY33" fmla="*/ 0 h 1983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983218" h="1983428">
                <a:moveTo>
                  <a:pt x="991609" y="0"/>
                </a:moveTo>
                <a:cubicBezTo>
                  <a:pt x="1539293" y="0"/>
                  <a:pt x="1983218" y="443996"/>
                  <a:pt x="1983218" y="991609"/>
                </a:cubicBezTo>
                <a:cubicBezTo>
                  <a:pt x="1983218" y="1539293"/>
                  <a:pt x="1539293" y="1983218"/>
                  <a:pt x="991399" y="1983428"/>
                </a:cubicBezTo>
                <a:cubicBezTo>
                  <a:pt x="689502" y="1983428"/>
                  <a:pt x="419298" y="1848327"/>
                  <a:pt x="237390" y="1635494"/>
                </a:cubicBezTo>
                <a:cubicBezTo>
                  <a:pt x="256211" y="1627098"/>
                  <a:pt x="265516" y="1624370"/>
                  <a:pt x="287345" y="1620941"/>
                </a:cubicBezTo>
                <a:cubicBezTo>
                  <a:pt x="304696" y="1618073"/>
                  <a:pt x="321418" y="1616744"/>
                  <a:pt x="339399" y="1616744"/>
                </a:cubicBezTo>
                <a:cubicBezTo>
                  <a:pt x="366265" y="1616744"/>
                  <a:pt x="393481" y="1619542"/>
                  <a:pt x="446934" y="1627798"/>
                </a:cubicBezTo>
                <a:cubicBezTo>
                  <a:pt x="499548" y="1635844"/>
                  <a:pt x="516479" y="1637663"/>
                  <a:pt x="538448" y="1637663"/>
                </a:cubicBezTo>
                <a:lnTo>
                  <a:pt x="542996" y="1637593"/>
                </a:lnTo>
                <a:cubicBezTo>
                  <a:pt x="572661" y="1637103"/>
                  <a:pt x="597708" y="1628917"/>
                  <a:pt x="620377" y="1612126"/>
                </a:cubicBezTo>
                <a:cubicBezTo>
                  <a:pt x="642416" y="1595824"/>
                  <a:pt x="658437" y="1574555"/>
                  <a:pt x="672640" y="1542861"/>
                </a:cubicBezTo>
                <a:cubicBezTo>
                  <a:pt x="679707" y="1527189"/>
                  <a:pt x="682086" y="1520472"/>
                  <a:pt x="686703" y="1502981"/>
                </a:cubicBezTo>
                <a:lnTo>
                  <a:pt x="672570" y="1499413"/>
                </a:lnTo>
                <a:cubicBezTo>
                  <a:pt x="670681" y="1503681"/>
                  <a:pt x="668932" y="1506829"/>
                  <a:pt x="667883" y="1508928"/>
                </a:cubicBezTo>
                <a:cubicBezTo>
                  <a:pt x="657108" y="1529568"/>
                  <a:pt x="639057" y="1550067"/>
                  <a:pt x="620517" y="1562941"/>
                </a:cubicBezTo>
                <a:cubicBezTo>
                  <a:pt x="609882" y="1570077"/>
                  <a:pt x="598408" y="1575674"/>
                  <a:pt x="586304" y="1579382"/>
                </a:cubicBezTo>
                <a:cubicBezTo>
                  <a:pt x="570702" y="1584140"/>
                  <a:pt x="554960" y="1586029"/>
                  <a:pt x="530752" y="1586029"/>
                </a:cubicBezTo>
                <a:cubicBezTo>
                  <a:pt x="519907" y="1586029"/>
                  <a:pt x="505565" y="1585539"/>
                  <a:pt x="488703" y="1584560"/>
                </a:cubicBezTo>
                <a:lnTo>
                  <a:pt x="441757" y="1581621"/>
                </a:lnTo>
                <a:cubicBezTo>
                  <a:pt x="419998" y="1580362"/>
                  <a:pt x="403696" y="1579662"/>
                  <a:pt x="392992" y="1579662"/>
                </a:cubicBezTo>
                <a:cubicBezTo>
                  <a:pt x="379069" y="1579662"/>
                  <a:pt x="372142" y="1580012"/>
                  <a:pt x="355001" y="1581551"/>
                </a:cubicBezTo>
                <a:lnTo>
                  <a:pt x="619327" y="1228160"/>
                </a:lnTo>
                <a:lnTo>
                  <a:pt x="286715" y="1228160"/>
                </a:lnTo>
                <a:lnTo>
                  <a:pt x="260688" y="1328349"/>
                </a:lnTo>
                <a:lnTo>
                  <a:pt x="276221" y="1331847"/>
                </a:lnTo>
                <a:cubicBezTo>
                  <a:pt x="278110" y="1327999"/>
                  <a:pt x="279579" y="1325411"/>
                  <a:pt x="280558" y="1323592"/>
                </a:cubicBezTo>
                <a:cubicBezTo>
                  <a:pt x="289234" y="1308059"/>
                  <a:pt x="302527" y="1292317"/>
                  <a:pt x="313092" y="1284901"/>
                </a:cubicBezTo>
                <a:cubicBezTo>
                  <a:pt x="322117" y="1278534"/>
                  <a:pt x="333172" y="1274057"/>
                  <a:pt x="345625" y="1271608"/>
                </a:cubicBezTo>
                <a:cubicBezTo>
                  <a:pt x="366125" y="1267620"/>
                  <a:pt x="394531" y="1265451"/>
                  <a:pt x="424825" y="1265451"/>
                </a:cubicBezTo>
                <a:lnTo>
                  <a:pt x="453161" y="1265521"/>
                </a:lnTo>
                <a:lnTo>
                  <a:pt x="481777" y="1265451"/>
                </a:lnTo>
                <a:lnTo>
                  <a:pt x="218150" y="1611846"/>
                </a:lnTo>
                <a:cubicBezTo>
                  <a:pt x="81789" y="1441972"/>
                  <a:pt x="0" y="1226411"/>
                  <a:pt x="0" y="991609"/>
                </a:cubicBezTo>
                <a:cubicBezTo>
                  <a:pt x="0" y="443996"/>
                  <a:pt x="443996" y="0"/>
                  <a:pt x="99160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940119E-5F10-4EB4-B937-FD54D14501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5" name="Footer Placeholder 3">
            <a:extLst>
              <a:ext uri="{FF2B5EF4-FFF2-40B4-BE49-F238E27FC236}">
                <a16:creationId xmlns:a16="http://schemas.microsoft.com/office/drawing/2014/main" id="{40454D8E-1F3F-4D16-AA7F-FBF0AED1BC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CD87F0-7295-A6C5-953B-B78ED25DF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9586415" cy="3600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14">
            <a:extLst>
              <a:ext uri="{FF2B5EF4-FFF2-40B4-BE49-F238E27FC236}">
                <a16:creationId xmlns:a16="http://schemas.microsoft.com/office/drawing/2014/main" id="{1646E722-F9F5-D5A2-A1BF-42BDDE2D1F9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50825" y="666073"/>
            <a:ext cx="9583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  <a:lvl2pPr marL="239712" indent="0">
              <a:buNone/>
              <a:defRPr sz="1800">
                <a:solidFill>
                  <a:schemeClr val="accent1"/>
                </a:solidFill>
              </a:defRPr>
            </a:lvl2pPr>
            <a:lvl3pPr marL="538163" indent="0">
              <a:buNone/>
              <a:defRPr sz="1800">
                <a:solidFill>
                  <a:schemeClr val="accent1"/>
                </a:solidFill>
              </a:defRPr>
            </a:lvl3pPr>
            <a:lvl4pPr marL="719138" indent="0">
              <a:buNone/>
              <a:defRPr sz="1800">
                <a:solidFill>
                  <a:schemeClr val="accent1"/>
                </a:solidFill>
              </a:defRPr>
            </a:lvl4pPr>
            <a:lvl5pPr marL="985837" indent="0">
              <a:buNone/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FDD7CF3-6420-F55D-E388-6DDBB820FCE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05344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box, Safe Space imag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7570CFFD-C2E6-BF79-B3C5-3181239967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7570CFFD-C2E6-BF79-B3C5-3181239967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823" y="1198800"/>
            <a:ext cx="5652000" cy="5040145"/>
          </a:xfrm>
        </p:spPr>
        <p:txBody>
          <a:bodyPr lIns="72000" tIns="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8A849791-6852-4C64-AE72-FB234CCCE27F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6813533" y="1198800"/>
            <a:ext cx="5040000" cy="5040000"/>
          </a:xfrm>
          <a:custGeom>
            <a:avLst/>
            <a:gdLst>
              <a:gd name="connsiteX0" fmla="*/ 991609 w 1983218"/>
              <a:gd name="connsiteY0" fmla="*/ 0 h 1983218"/>
              <a:gd name="connsiteX1" fmla="*/ 1983218 w 1983218"/>
              <a:gd name="connsiteY1" fmla="*/ 991609 h 1983218"/>
              <a:gd name="connsiteX2" fmla="*/ 991679 w 1983218"/>
              <a:gd name="connsiteY2" fmla="*/ 1983218 h 1983218"/>
              <a:gd name="connsiteX3" fmla="*/ 236970 w 1983218"/>
              <a:gd name="connsiteY3" fmla="*/ 1634445 h 1983218"/>
              <a:gd name="connsiteX4" fmla="*/ 303087 w 1983218"/>
              <a:gd name="connsiteY4" fmla="*/ 1615274 h 1983218"/>
              <a:gd name="connsiteX5" fmla="*/ 372492 w 1983218"/>
              <a:gd name="connsiteY5" fmla="*/ 1609677 h 1983218"/>
              <a:gd name="connsiteX6" fmla="*/ 515919 w 1983218"/>
              <a:gd name="connsiteY6" fmla="*/ 1624440 h 1983218"/>
              <a:gd name="connsiteX7" fmla="*/ 637938 w 1983218"/>
              <a:gd name="connsiteY7" fmla="*/ 1637593 h 1983218"/>
              <a:gd name="connsiteX8" fmla="*/ 643955 w 1983218"/>
              <a:gd name="connsiteY8" fmla="*/ 1637523 h 1983218"/>
              <a:gd name="connsiteX9" fmla="*/ 747083 w 1983218"/>
              <a:gd name="connsiteY9" fmla="*/ 1603520 h 1983218"/>
              <a:gd name="connsiteX10" fmla="*/ 816768 w 1983218"/>
              <a:gd name="connsiteY10" fmla="*/ 1511167 h 1983218"/>
              <a:gd name="connsiteX11" fmla="*/ 835448 w 1983218"/>
              <a:gd name="connsiteY11" fmla="*/ 1457994 h 1983218"/>
              <a:gd name="connsiteX12" fmla="*/ 816558 w 1983218"/>
              <a:gd name="connsiteY12" fmla="*/ 1453166 h 1983218"/>
              <a:gd name="connsiteX13" fmla="*/ 810261 w 1983218"/>
              <a:gd name="connsiteY13" fmla="*/ 1465830 h 1983218"/>
              <a:gd name="connsiteX14" fmla="*/ 747083 w 1983218"/>
              <a:gd name="connsiteY14" fmla="*/ 1537893 h 1983218"/>
              <a:gd name="connsiteX15" fmla="*/ 701466 w 1983218"/>
              <a:gd name="connsiteY15" fmla="*/ 1559862 h 1983218"/>
              <a:gd name="connsiteX16" fmla="*/ 627303 w 1983218"/>
              <a:gd name="connsiteY16" fmla="*/ 1568748 h 1983218"/>
              <a:gd name="connsiteX17" fmla="*/ 571192 w 1983218"/>
              <a:gd name="connsiteY17" fmla="*/ 1566789 h 1983218"/>
              <a:gd name="connsiteX18" fmla="*/ 508573 w 1983218"/>
              <a:gd name="connsiteY18" fmla="*/ 1562941 h 1983218"/>
              <a:gd name="connsiteX19" fmla="*/ 443576 w 1983218"/>
              <a:gd name="connsiteY19" fmla="*/ 1560352 h 1983218"/>
              <a:gd name="connsiteX20" fmla="*/ 392922 w 1983218"/>
              <a:gd name="connsiteY20" fmla="*/ 1562871 h 1983218"/>
              <a:gd name="connsiteX21" fmla="*/ 745334 w 1983218"/>
              <a:gd name="connsiteY21" fmla="*/ 1091659 h 1983218"/>
              <a:gd name="connsiteX22" fmla="*/ 301828 w 1983218"/>
              <a:gd name="connsiteY22" fmla="*/ 1091659 h 1983218"/>
              <a:gd name="connsiteX23" fmla="*/ 267125 w 1983218"/>
              <a:gd name="connsiteY23" fmla="*/ 1225291 h 1983218"/>
              <a:gd name="connsiteX24" fmla="*/ 287835 w 1983218"/>
              <a:gd name="connsiteY24" fmla="*/ 1229979 h 1983218"/>
              <a:gd name="connsiteX25" fmla="*/ 293572 w 1983218"/>
              <a:gd name="connsiteY25" fmla="*/ 1218924 h 1983218"/>
              <a:gd name="connsiteX26" fmla="*/ 336950 w 1983218"/>
              <a:gd name="connsiteY26" fmla="*/ 1167361 h 1983218"/>
              <a:gd name="connsiteX27" fmla="*/ 380328 w 1983218"/>
              <a:gd name="connsiteY27" fmla="*/ 1149659 h 1983218"/>
              <a:gd name="connsiteX28" fmla="*/ 485975 w 1983218"/>
              <a:gd name="connsiteY28" fmla="*/ 1141474 h 1983218"/>
              <a:gd name="connsiteX29" fmla="*/ 523755 w 1983218"/>
              <a:gd name="connsiteY29" fmla="*/ 1141544 h 1983218"/>
              <a:gd name="connsiteX30" fmla="*/ 561886 w 1983218"/>
              <a:gd name="connsiteY30" fmla="*/ 1141474 h 1983218"/>
              <a:gd name="connsiteX31" fmla="*/ 210943 w 1983218"/>
              <a:gd name="connsiteY31" fmla="*/ 1602681 h 1983218"/>
              <a:gd name="connsiteX32" fmla="*/ 0 w 1983218"/>
              <a:gd name="connsiteY32" fmla="*/ 991609 h 1983218"/>
              <a:gd name="connsiteX33" fmla="*/ 991609 w 1983218"/>
              <a:gd name="connsiteY33" fmla="*/ 0 h 1983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983218" h="1983218">
                <a:moveTo>
                  <a:pt x="991609" y="0"/>
                </a:moveTo>
                <a:cubicBezTo>
                  <a:pt x="1539293" y="0"/>
                  <a:pt x="1983218" y="443996"/>
                  <a:pt x="1983218" y="991609"/>
                </a:cubicBezTo>
                <a:cubicBezTo>
                  <a:pt x="1983218" y="1539293"/>
                  <a:pt x="1539293" y="1983218"/>
                  <a:pt x="991679" y="1983218"/>
                </a:cubicBezTo>
                <a:cubicBezTo>
                  <a:pt x="689362" y="1983218"/>
                  <a:pt x="418878" y="1847767"/>
                  <a:pt x="236970" y="1634445"/>
                </a:cubicBezTo>
                <a:cubicBezTo>
                  <a:pt x="261668" y="1623390"/>
                  <a:pt x="274122" y="1619822"/>
                  <a:pt x="303087" y="1615274"/>
                </a:cubicBezTo>
                <a:cubicBezTo>
                  <a:pt x="326245" y="1611496"/>
                  <a:pt x="348494" y="1609677"/>
                  <a:pt x="372492" y="1609677"/>
                </a:cubicBezTo>
                <a:cubicBezTo>
                  <a:pt x="408314" y="1609677"/>
                  <a:pt x="444625" y="1613455"/>
                  <a:pt x="515919" y="1624440"/>
                </a:cubicBezTo>
                <a:cubicBezTo>
                  <a:pt x="586024" y="1635144"/>
                  <a:pt x="608693" y="1637593"/>
                  <a:pt x="637938" y="1637593"/>
                </a:cubicBezTo>
                <a:lnTo>
                  <a:pt x="643955" y="1637523"/>
                </a:lnTo>
                <a:cubicBezTo>
                  <a:pt x="683485" y="1636823"/>
                  <a:pt x="716858" y="1625909"/>
                  <a:pt x="747083" y="1603520"/>
                </a:cubicBezTo>
                <a:cubicBezTo>
                  <a:pt x="776468" y="1581831"/>
                  <a:pt x="797807" y="1553425"/>
                  <a:pt x="816768" y="1511167"/>
                </a:cubicBezTo>
                <a:cubicBezTo>
                  <a:pt x="826073" y="1490317"/>
                  <a:pt x="829291" y="1481362"/>
                  <a:pt x="835448" y="1457994"/>
                </a:cubicBezTo>
                <a:lnTo>
                  <a:pt x="816558" y="1453166"/>
                </a:lnTo>
                <a:cubicBezTo>
                  <a:pt x="813969" y="1458763"/>
                  <a:pt x="811660" y="1463031"/>
                  <a:pt x="810261" y="1465830"/>
                </a:cubicBezTo>
                <a:cubicBezTo>
                  <a:pt x="795918" y="1493326"/>
                  <a:pt x="771850" y="1520752"/>
                  <a:pt x="747083" y="1537893"/>
                </a:cubicBezTo>
                <a:cubicBezTo>
                  <a:pt x="732950" y="1547478"/>
                  <a:pt x="717628" y="1554895"/>
                  <a:pt x="701466" y="1559862"/>
                </a:cubicBezTo>
                <a:cubicBezTo>
                  <a:pt x="680546" y="1566229"/>
                  <a:pt x="659557" y="1568748"/>
                  <a:pt x="627303" y="1568748"/>
                </a:cubicBezTo>
                <a:cubicBezTo>
                  <a:pt x="612821" y="1568748"/>
                  <a:pt x="593720" y="1568048"/>
                  <a:pt x="571192" y="1566789"/>
                </a:cubicBezTo>
                <a:lnTo>
                  <a:pt x="508573" y="1562941"/>
                </a:lnTo>
                <a:cubicBezTo>
                  <a:pt x="479608" y="1561262"/>
                  <a:pt x="457849" y="1560352"/>
                  <a:pt x="443576" y="1560352"/>
                </a:cubicBezTo>
                <a:cubicBezTo>
                  <a:pt x="425035" y="1560352"/>
                  <a:pt x="415800" y="1560842"/>
                  <a:pt x="392922" y="1562871"/>
                </a:cubicBezTo>
                <a:lnTo>
                  <a:pt x="745334" y="1091659"/>
                </a:lnTo>
                <a:lnTo>
                  <a:pt x="301828" y="1091659"/>
                </a:lnTo>
                <a:lnTo>
                  <a:pt x="267125" y="1225291"/>
                </a:lnTo>
                <a:lnTo>
                  <a:pt x="287835" y="1229979"/>
                </a:lnTo>
                <a:cubicBezTo>
                  <a:pt x="290283" y="1224871"/>
                  <a:pt x="292242" y="1221303"/>
                  <a:pt x="293572" y="1218924"/>
                </a:cubicBezTo>
                <a:cubicBezTo>
                  <a:pt x="305116" y="1198285"/>
                  <a:pt x="322817" y="1177225"/>
                  <a:pt x="336950" y="1167361"/>
                </a:cubicBezTo>
                <a:cubicBezTo>
                  <a:pt x="348984" y="1158895"/>
                  <a:pt x="363746" y="1152948"/>
                  <a:pt x="380328" y="1149659"/>
                </a:cubicBezTo>
                <a:cubicBezTo>
                  <a:pt x="407684" y="1144342"/>
                  <a:pt x="445605" y="1141474"/>
                  <a:pt x="485975" y="1141474"/>
                </a:cubicBezTo>
                <a:lnTo>
                  <a:pt x="523755" y="1141544"/>
                </a:lnTo>
                <a:lnTo>
                  <a:pt x="561886" y="1141474"/>
                </a:lnTo>
                <a:lnTo>
                  <a:pt x="210943" y="1602681"/>
                </a:lnTo>
                <a:cubicBezTo>
                  <a:pt x="78920" y="1434276"/>
                  <a:pt x="0" y="1222213"/>
                  <a:pt x="0" y="991609"/>
                </a:cubicBezTo>
                <a:cubicBezTo>
                  <a:pt x="0" y="443996"/>
                  <a:pt x="443996" y="0"/>
                  <a:pt x="99160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93FBEF06-3376-4805-93CA-9F93395D9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4" name="Footer Placeholder 3">
            <a:extLst>
              <a:ext uri="{FF2B5EF4-FFF2-40B4-BE49-F238E27FC236}">
                <a16:creationId xmlns:a16="http://schemas.microsoft.com/office/drawing/2014/main" id="{84B6CFBF-971A-45D4-9A48-C535D13B97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324DA5-252C-74DC-1CE5-E576586A4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9586415" cy="3600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14">
            <a:extLst>
              <a:ext uri="{FF2B5EF4-FFF2-40B4-BE49-F238E27FC236}">
                <a16:creationId xmlns:a16="http://schemas.microsoft.com/office/drawing/2014/main" id="{6D8C7CCC-B41F-90D3-9779-A53FAFEBD62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50825" y="666073"/>
            <a:ext cx="9583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  <a:lvl2pPr marL="239712" indent="0">
              <a:buNone/>
              <a:defRPr sz="1800">
                <a:solidFill>
                  <a:schemeClr val="accent1"/>
                </a:solidFill>
              </a:defRPr>
            </a:lvl2pPr>
            <a:lvl3pPr marL="538163" indent="0">
              <a:buNone/>
              <a:defRPr sz="1800">
                <a:solidFill>
                  <a:schemeClr val="accent1"/>
                </a:solidFill>
              </a:defRPr>
            </a:lvl3pPr>
            <a:lvl4pPr marL="719138" indent="0">
              <a:buNone/>
              <a:defRPr sz="1800">
                <a:solidFill>
                  <a:schemeClr val="accent1"/>
                </a:solidFill>
              </a:defRPr>
            </a:lvl4pPr>
            <a:lvl5pPr marL="985837" indent="0">
              <a:buNone/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031E07B-2A7A-AED0-5ABD-760BD61896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781001"/>
      </p:ext>
    </p:extLst>
  </p:cSld>
  <p:clrMapOvr>
    <a:masterClrMapping/>
  </p:clrMapOvr>
  <p:hf hd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box and 3 imag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1A447B7-CC90-A32E-DFC0-7E1E1B168B3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1A447B7-CC90-A32E-DFC0-7E1E1B168B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240E76D1-56AB-41F8-8334-371CEAB4738C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079656" y="1436992"/>
            <a:ext cx="1920000" cy="1920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333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Add picture here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FDFBA93-64DC-4F26-953C-E4271D7A5F2C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871864" y="1436992"/>
            <a:ext cx="1920000" cy="1920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333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Add picture here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33BE1813-D5B5-4415-BB63-F6AD5397276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8688288" y="1436992"/>
            <a:ext cx="1920000" cy="1920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333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Add picture here</a:t>
            </a:r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714EC8C7-A133-478F-BF8B-66FEF67BC7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5" name="Footer Placeholder 3">
            <a:extLst>
              <a:ext uri="{FF2B5EF4-FFF2-40B4-BE49-F238E27FC236}">
                <a16:creationId xmlns:a16="http://schemas.microsoft.com/office/drawing/2014/main" id="{E5C41A63-DFB8-45B3-BA91-86A5B9928F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9ECDE5-FFEA-2A2A-9BE3-3DA819864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9586415" cy="3600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Content Placeholder 14">
            <a:extLst>
              <a:ext uri="{FF2B5EF4-FFF2-40B4-BE49-F238E27FC236}">
                <a16:creationId xmlns:a16="http://schemas.microsoft.com/office/drawing/2014/main" id="{0C1ECCF3-5556-23D4-3836-1A50EBEE4F6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50825" y="666073"/>
            <a:ext cx="9583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  <a:lvl2pPr marL="239712" indent="0">
              <a:buNone/>
              <a:defRPr sz="1800">
                <a:solidFill>
                  <a:schemeClr val="accent1"/>
                </a:solidFill>
              </a:defRPr>
            </a:lvl2pPr>
            <a:lvl3pPr marL="538163" indent="0">
              <a:buNone/>
              <a:defRPr sz="1800">
                <a:solidFill>
                  <a:schemeClr val="accent1"/>
                </a:solidFill>
              </a:defRPr>
            </a:lvl3pPr>
            <a:lvl4pPr marL="719138" indent="0">
              <a:buNone/>
              <a:defRPr sz="1800">
                <a:solidFill>
                  <a:schemeClr val="accent1"/>
                </a:solidFill>
              </a:defRPr>
            </a:lvl4pPr>
            <a:lvl5pPr marL="985837" indent="0">
              <a:buNone/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subtitle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A31730F-3B9B-75DA-6705-90541C0E25C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81692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63CF824-0541-B29E-8E4D-682D7B6A2E1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63CF824-0541-B29E-8E4D-682D7B6A2E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80660FE9-7058-445A-A87D-587C9395E97C}"/>
              </a:ext>
            </a:extLst>
          </p:cNvPr>
          <p:cNvSpPr/>
          <p:nvPr userDrawn="1"/>
        </p:nvSpPr>
        <p:spPr>
          <a:xfrm>
            <a:off x="8234008" y="0"/>
            <a:ext cx="3960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/>
            <a:endParaRPr lang="en-US" sz="1000">
              <a:latin typeface="+mn-lt"/>
              <a:cs typeface="Arial" panose="020B0604020202020204" pitchFamily="34" charset="0"/>
            </a:endParaRP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33BE1813-D5B5-4415-BB63-F6AD5397276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9254008" y="1509000"/>
            <a:ext cx="1920000" cy="1920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333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Add picture here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22F76E53-ED3E-4712-828A-462700FD5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4" y="1206178"/>
            <a:ext cx="7621515" cy="5040145"/>
          </a:xfrm>
        </p:spPr>
        <p:txBody>
          <a:bodyPr lIns="72000" tIns="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E83A98D-348B-40D1-B8DE-954D062DE5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454A9A-E833-4775-8C2D-33EB42BCE6B5}"/>
              </a:ext>
            </a:extLst>
          </p:cNvPr>
          <p:cNvSpPr txBox="1"/>
          <p:nvPr userDrawn="1"/>
        </p:nvSpPr>
        <p:spPr>
          <a:xfrm>
            <a:off x="11158230" y="6548967"/>
            <a:ext cx="699337" cy="14356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sz="900">
                <a:latin typeface="+mn-lt"/>
                <a:cs typeface="Arial" panose="020B0604020202020204" pitchFamily="34" charset="0"/>
              </a:rPr>
              <a:t>© Zurich</a:t>
            </a:r>
          </a:p>
        </p:txBody>
      </p:sp>
      <p:sp>
        <p:nvSpPr>
          <p:cNvPr id="36" name="Footer Placeholder 3">
            <a:extLst>
              <a:ext uri="{FF2B5EF4-FFF2-40B4-BE49-F238E27FC236}">
                <a16:creationId xmlns:a16="http://schemas.microsoft.com/office/drawing/2014/main" id="{D4697806-E525-43F1-B233-E030C6B5FB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FB431D7-B606-4E7E-44D7-8C0E48BF1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7621513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14">
            <a:extLst>
              <a:ext uri="{FF2B5EF4-FFF2-40B4-BE49-F238E27FC236}">
                <a16:creationId xmlns:a16="http://schemas.microsoft.com/office/drawing/2014/main" id="{FA72DD7E-DFC5-8204-E32E-7DAE6E4AF9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50825" y="666073"/>
            <a:ext cx="9583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  <a:lvl2pPr marL="239712" indent="0">
              <a:buNone/>
              <a:defRPr sz="1800">
                <a:solidFill>
                  <a:schemeClr val="accent1"/>
                </a:solidFill>
              </a:defRPr>
            </a:lvl2pPr>
            <a:lvl3pPr marL="538163" indent="0">
              <a:buNone/>
              <a:defRPr sz="1800">
                <a:solidFill>
                  <a:schemeClr val="accent1"/>
                </a:solidFill>
              </a:defRPr>
            </a:lvl3pPr>
            <a:lvl4pPr marL="719138" indent="0">
              <a:buNone/>
              <a:defRPr sz="1800">
                <a:solidFill>
                  <a:schemeClr val="accent1"/>
                </a:solidFill>
              </a:defRPr>
            </a:lvl4pPr>
            <a:lvl5pPr marL="985837" indent="0">
              <a:buNone/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subtitle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59E6F51-3CC1-054E-AC22-DEC17C9E8D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6449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57A200D9-EAA9-B39A-6954-5AB51DB1E7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57A200D9-EAA9-B39A-6954-5AB51DB1E7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613BA4-3F37-477A-9F83-816FFC375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Footer Placeholder 3">
            <a:extLst>
              <a:ext uri="{FF2B5EF4-FFF2-40B4-BE49-F238E27FC236}">
                <a16:creationId xmlns:a16="http://schemas.microsoft.com/office/drawing/2014/main" id="{3866945B-F4D3-4972-8A47-C02C9E2AC9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830DE1-3CC4-FD69-2FFB-1DCBD784C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9586415" cy="3600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25828A9-363D-89E8-7198-DE8C7CB7AD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71211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2F1406EC-9BFF-3460-49A6-84F969C645E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2F1406EC-9BFF-3460-49A6-84F969C645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Graphic 18">
            <a:extLst>
              <a:ext uri="{FF2B5EF4-FFF2-40B4-BE49-F238E27FC236}">
                <a16:creationId xmlns:a16="http://schemas.microsoft.com/office/drawing/2014/main" id="{9E2366D4-7C96-A33F-7E29-165126626D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999" y="1198800"/>
            <a:ext cx="11678400" cy="5040000"/>
          </a:xfrm>
        </p:spPr>
        <p:txBody>
          <a:bodyPr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9DEE29F2-F280-4686-A9A8-395944373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F71481AB-279E-41C8-ACA9-C2DA8D6056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18E30B75-9CF0-0775-B941-FE7D212DB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9583200" cy="3600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EE267CE-325C-462B-BBBE-BB1B3ABD1F8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50825" y="666073"/>
            <a:ext cx="9583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  <a:lvl2pPr marL="239712" indent="0">
              <a:buNone/>
              <a:defRPr sz="1800">
                <a:solidFill>
                  <a:schemeClr val="accent1"/>
                </a:solidFill>
              </a:defRPr>
            </a:lvl2pPr>
            <a:lvl3pPr marL="538163" indent="0">
              <a:buNone/>
              <a:defRPr sz="1800">
                <a:solidFill>
                  <a:schemeClr val="accent1"/>
                </a:solidFill>
              </a:defRPr>
            </a:lvl3pPr>
            <a:lvl4pPr marL="719138" indent="0">
              <a:buNone/>
              <a:defRPr sz="1800">
                <a:solidFill>
                  <a:schemeClr val="accent1"/>
                </a:solidFill>
              </a:defRPr>
            </a:lvl4pPr>
            <a:lvl5pPr marL="985837" indent="0">
              <a:buNone/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7598844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,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083AD1AD-1FBD-FFA9-D7EA-C0C4A69C409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083AD1AD-1FBD-FFA9-D7EA-C0C4A69C40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B8922-F046-4949-89A1-82828F430E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A51A83C0-E586-4207-B521-E42A4141A0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F623B1-1C7B-34B7-5D56-8D03EB4CE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9586415" cy="3600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99824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1709222-DABD-4836-DB55-D5C6C9DA4B5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1709222-DABD-4836-DB55-D5C6C9DA4B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1605E3C-D76A-4678-9277-BF9E2085756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48128" y="1442037"/>
            <a:ext cx="4320000" cy="4320000"/>
          </a:xfrm>
          <a:prstGeom prst="ellipse">
            <a:avLst/>
          </a:prstGeom>
        </p:spPr>
        <p:txBody>
          <a:bodyPr/>
          <a:lstStyle>
            <a:lvl1pPr algn="ctr">
              <a:buNone/>
              <a:defRPr b="0" i="0">
                <a:solidFill>
                  <a:srgbClr val="1C67AF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Add a picture here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A6366AC5-1BE2-4E7D-B883-89CAF96B32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FC885360-8473-4699-801C-9B04E3D233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0825" y="2526835"/>
            <a:ext cx="6722148" cy="2242079"/>
          </a:xfrm>
        </p:spPr>
        <p:txBody>
          <a:bodyPr vert="horz" anchor="b">
            <a:noAutofit/>
          </a:bodyPr>
          <a:lstStyle>
            <a:lvl1pPr algn="l">
              <a:defRPr sz="36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A57272B1-D4B7-4B27-9A7A-1EB4697DECEC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250825" y="4948301"/>
            <a:ext cx="6719063" cy="1283999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section subtitle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BD5901E-5EDC-03E0-069C-4C3ED6107E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6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66016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CAA513D-C9B5-A544-B9C4-B9D09DB6E1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CAA513D-C9B5-A544-B9C4-B9D09DB6E1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8BACFF7A-0A26-4F0A-A400-3AF2010686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0825" y="2526835"/>
            <a:ext cx="6722148" cy="2242079"/>
          </a:xfrm>
        </p:spPr>
        <p:txBody>
          <a:bodyPr vert="horz" anchor="b">
            <a:noAutofit/>
          </a:bodyPr>
          <a:lstStyle>
            <a:lvl1pPr algn="l">
              <a:defRPr sz="36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D52D574-4430-4847-B932-BA1C1DC56322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250825" y="4948301"/>
            <a:ext cx="6719063" cy="1283999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section subtitle 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6C2690B3-34BA-4DEA-AD15-F9112DF422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984F962-CC9E-0228-69C4-D1ACF5895DF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6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70562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8A9E0DE-846D-FF38-B2EC-DA3678E2E7E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8A9E0DE-846D-FF38-B2EC-DA3678E2E7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8BACFF7A-0A26-4F0A-A400-3AF2010686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0825" y="2526835"/>
            <a:ext cx="6722148" cy="2242079"/>
          </a:xfrm>
        </p:spPr>
        <p:txBody>
          <a:bodyPr vert="horz" anchor="b">
            <a:noAutofit/>
          </a:bodyPr>
          <a:lstStyle>
            <a:lvl1pPr algn="l">
              <a:defRPr sz="3600">
                <a:solidFill>
                  <a:schemeClr val="accent5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D52D574-4430-4847-B932-BA1C1DC56322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250825" y="4948301"/>
            <a:ext cx="6719063" cy="1283999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5"/>
                </a:solidFill>
                <a:latin typeface="+mn-lt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207E0EDD-CE7D-485D-90AA-EB92659F4C2E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9061251" y="1902437"/>
            <a:ext cx="3120000" cy="3120000"/>
          </a:xfrm>
          <a:prstGeom prst="ellipse">
            <a:avLst/>
          </a:prstGeom>
        </p:spPr>
        <p:txBody>
          <a:bodyPr/>
          <a:lstStyle>
            <a:lvl1pPr algn="ctr">
              <a:buNone/>
              <a:defRPr b="0" i="0">
                <a:solidFill>
                  <a:schemeClr val="accent5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Add a picture here</a:t>
            </a:r>
          </a:p>
        </p:txBody>
      </p:sp>
      <p:sp>
        <p:nvSpPr>
          <p:cNvPr id="16" name="Freeform 12">
            <a:extLst>
              <a:ext uri="{FF2B5EF4-FFF2-40B4-BE49-F238E27FC236}">
                <a16:creationId xmlns:a16="http://schemas.microsoft.com/office/drawing/2014/main" id="{CDD94F9F-17AF-4158-8273-144D6BB8BFBA}"/>
              </a:ext>
            </a:extLst>
          </p:cNvPr>
          <p:cNvSpPr/>
          <p:nvPr userDrawn="1"/>
        </p:nvSpPr>
        <p:spPr bwMode="auto">
          <a:xfrm rot="735038">
            <a:off x="9719774" y="4974386"/>
            <a:ext cx="933047" cy="469973"/>
          </a:xfrm>
          <a:custGeom>
            <a:avLst/>
            <a:gdLst>
              <a:gd name="connsiteX0" fmla="*/ 531 w 1423686"/>
              <a:gd name="connsiteY0" fmla="*/ 0 h 717107"/>
              <a:gd name="connsiteX1" fmla="*/ 1423155 w 1423686"/>
              <a:gd name="connsiteY1" fmla="*/ 0 h 717107"/>
              <a:gd name="connsiteX2" fmla="*/ 1423686 w 1423686"/>
              <a:gd name="connsiteY2" fmla="*/ 5264 h 717107"/>
              <a:gd name="connsiteX3" fmla="*/ 711843 w 1423686"/>
              <a:gd name="connsiteY3" fmla="*/ 717107 h 717107"/>
              <a:gd name="connsiteX4" fmla="*/ 0 w 1423686"/>
              <a:gd name="connsiteY4" fmla="*/ 5264 h 717107"/>
              <a:gd name="connsiteX5" fmla="*/ 531 w 1423686"/>
              <a:gd name="connsiteY5" fmla="*/ 0 h 7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3686" h="717107">
                <a:moveTo>
                  <a:pt x="531" y="0"/>
                </a:moveTo>
                <a:lnTo>
                  <a:pt x="1423155" y="0"/>
                </a:lnTo>
                <a:lnTo>
                  <a:pt x="1423686" y="5264"/>
                </a:lnTo>
                <a:cubicBezTo>
                  <a:pt x="1423686" y="398404"/>
                  <a:pt x="1104983" y="717107"/>
                  <a:pt x="711843" y="717107"/>
                </a:cubicBezTo>
                <a:cubicBezTo>
                  <a:pt x="318703" y="717107"/>
                  <a:pt x="0" y="398404"/>
                  <a:pt x="0" y="5264"/>
                </a:cubicBezTo>
                <a:lnTo>
                  <a:pt x="531" y="0"/>
                </a:lnTo>
                <a:close/>
              </a:path>
            </a:pathLst>
          </a:custGeom>
          <a:solidFill>
            <a:schemeClr val="accent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400" b="0" i="0" u="none" strike="noStrike" cap="none" normalizeH="0" baseline="0">
              <a:ln>
                <a:noFill/>
              </a:ln>
              <a:solidFill>
                <a:schemeClr val="accent6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03EA52F0-9F47-4C1A-A653-1F060850BB16}"/>
              </a:ext>
            </a:extLst>
          </p:cNvPr>
          <p:cNvSpPr/>
          <p:nvPr userDrawn="1"/>
        </p:nvSpPr>
        <p:spPr bwMode="auto">
          <a:xfrm rot="8315714" flipH="1">
            <a:off x="9180227" y="5547933"/>
            <a:ext cx="1677271" cy="863308"/>
          </a:xfrm>
          <a:custGeom>
            <a:avLst/>
            <a:gdLst>
              <a:gd name="connsiteX0" fmla="*/ 531 w 1423686"/>
              <a:gd name="connsiteY0" fmla="*/ 0 h 717107"/>
              <a:gd name="connsiteX1" fmla="*/ 1423155 w 1423686"/>
              <a:gd name="connsiteY1" fmla="*/ 0 h 717107"/>
              <a:gd name="connsiteX2" fmla="*/ 1423686 w 1423686"/>
              <a:gd name="connsiteY2" fmla="*/ 5264 h 717107"/>
              <a:gd name="connsiteX3" fmla="*/ 711843 w 1423686"/>
              <a:gd name="connsiteY3" fmla="*/ 717107 h 717107"/>
              <a:gd name="connsiteX4" fmla="*/ 0 w 1423686"/>
              <a:gd name="connsiteY4" fmla="*/ 5264 h 717107"/>
              <a:gd name="connsiteX5" fmla="*/ 531 w 1423686"/>
              <a:gd name="connsiteY5" fmla="*/ 0 h 7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3686" h="717107">
                <a:moveTo>
                  <a:pt x="531" y="0"/>
                </a:moveTo>
                <a:lnTo>
                  <a:pt x="1423155" y="0"/>
                </a:lnTo>
                <a:lnTo>
                  <a:pt x="1423686" y="5264"/>
                </a:lnTo>
                <a:cubicBezTo>
                  <a:pt x="1423686" y="398404"/>
                  <a:pt x="1104983" y="717107"/>
                  <a:pt x="711843" y="717107"/>
                </a:cubicBezTo>
                <a:cubicBezTo>
                  <a:pt x="318703" y="717107"/>
                  <a:pt x="0" y="398404"/>
                  <a:pt x="0" y="5264"/>
                </a:cubicBezTo>
                <a:lnTo>
                  <a:pt x="531" y="0"/>
                </a:lnTo>
                <a:close/>
              </a:path>
            </a:pathLst>
          </a:cu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400" b="0" i="0" u="none" strike="noStrike" cap="none" normalizeH="0" baseline="0">
              <a:ln>
                <a:noFill/>
              </a:ln>
              <a:solidFill>
                <a:schemeClr val="accent6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AED791D-1518-403F-BA5A-79F94E7CDCCB}"/>
              </a:ext>
            </a:extLst>
          </p:cNvPr>
          <p:cNvSpPr>
            <a:spLocks noChangeAspect="1"/>
          </p:cNvSpPr>
          <p:nvPr userDrawn="1"/>
        </p:nvSpPr>
        <p:spPr bwMode="auto">
          <a:xfrm rot="5400000">
            <a:off x="10403602" y="5983124"/>
            <a:ext cx="875301" cy="874456"/>
          </a:xfrm>
          <a:prstGeom prst="ellipse">
            <a:avLst/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400" b="0" i="0" u="none" strike="noStrike" cap="none" normalizeH="0" baseline="0">
              <a:ln>
                <a:noFill/>
              </a:ln>
              <a:solidFill>
                <a:schemeClr val="accent6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4649C4-0FE0-4E4D-B386-F39D40C28AE9}"/>
              </a:ext>
            </a:extLst>
          </p:cNvPr>
          <p:cNvSpPr txBox="1"/>
          <p:nvPr userDrawn="1"/>
        </p:nvSpPr>
        <p:spPr>
          <a:xfrm>
            <a:off x="11158230" y="6548967"/>
            <a:ext cx="699337" cy="14356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sz="900">
                <a:solidFill>
                  <a:schemeClr val="accent6"/>
                </a:solidFill>
                <a:latin typeface="+mn-lt"/>
                <a:cs typeface="Arial" panose="020B0604020202020204" pitchFamily="34" charset="0"/>
              </a:rPr>
              <a:t>© Zurich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F7F0AF8-1804-46CE-C00E-14D625846D5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6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96469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Agenda with Photo Full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61B6059-6ABE-6B2B-EA1A-ADA8A0CF1B2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343650" y="-1"/>
            <a:ext cx="5848350" cy="6877489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Add picture</a:t>
            </a:r>
          </a:p>
          <a:p>
            <a:endParaRPr lang="en-US"/>
          </a:p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2612E8A-D39D-AFC4-539F-57D39BB2E5DE}"/>
              </a:ext>
            </a:extLst>
          </p:cNvPr>
          <p:cNvGrpSpPr/>
          <p:nvPr userDrawn="1"/>
        </p:nvGrpSpPr>
        <p:grpSpPr>
          <a:xfrm>
            <a:off x="3500388" y="5065685"/>
            <a:ext cx="2718512" cy="1801046"/>
            <a:chOff x="-18718" y="4879807"/>
            <a:chExt cx="2978474" cy="1973274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84C8F02-18A9-5A3B-38F7-52925B1B5667}"/>
                </a:ext>
              </a:extLst>
            </p:cNvPr>
            <p:cNvSpPr/>
            <p:nvPr/>
          </p:nvSpPr>
          <p:spPr bwMode="auto">
            <a:xfrm rot="8100000">
              <a:off x="118982" y="5812333"/>
              <a:ext cx="1343495" cy="676626"/>
            </a:xfrm>
            <a:custGeom>
              <a:avLst/>
              <a:gdLst>
                <a:gd name="connsiteX0" fmla="*/ 531 w 1423686"/>
                <a:gd name="connsiteY0" fmla="*/ 0 h 717107"/>
                <a:gd name="connsiteX1" fmla="*/ 1423155 w 1423686"/>
                <a:gd name="connsiteY1" fmla="*/ 0 h 717107"/>
                <a:gd name="connsiteX2" fmla="*/ 1423686 w 1423686"/>
                <a:gd name="connsiteY2" fmla="*/ 5264 h 717107"/>
                <a:gd name="connsiteX3" fmla="*/ 711843 w 1423686"/>
                <a:gd name="connsiteY3" fmla="*/ 717107 h 717107"/>
                <a:gd name="connsiteX4" fmla="*/ 0 w 1423686"/>
                <a:gd name="connsiteY4" fmla="*/ 5264 h 717107"/>
                <a:gd name="connsiteX5" fmla="*/ 531 w 1423686"/>
                <a:gd name="connsiteY5" fmla="*/ 0 h 717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3686" h="717107">
                  <a:moveTo>
                    <a:pt x="531" y="0"/>
                  </a:moveTo>
                  <a:lnTo>
                    <a:pt x="1423155" y="0"/>
                  </a:lnTo>
                  <a:lnTo>
                    <a:pt x="1423686" y="5264"/>
                  </a:lnTo>
                  <a:cubicBezTo>
                    <a:pt x="1423686" y="398404"/>
                    <a:pt x="1104983" y="717107"/>
                    <a:pt x="711843" y="717107"/>
                  </a:cubicBezTo>
                  <a:cubicBezTo>
                    <a:pt x="318703" y="717107"/>
                    <a:pt x="0" y="398404"/>
                    <a:pt x="0" y="5264"/>
                  </a:cubicBezTo>
                  <a:lnTo>
                    <a:pt x="531" y="0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68571" tIns="34286" rIns="68571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68570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ES" sz="1500" b="0" i="0" u="none" strike="noStrike" cap="none" normalizeH="0" baseline="0">
                <a:ln>
                  <a:noFill/>
                </a:ln>
                <a:effectLst/>
                <a:latin typeface="Zurich Sans" panose="02000000000000000000" pitchFamily="2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4F81880-DE44-98DC-9BCC-4040D2E32991}"/>
                </a:ext>
              </a:extLst>
            </p:cNvPr>
            <p:cNvSpPr/>
            <p:nvPr/>
          </p:nvSpPr>
          <p:spPr bwMode="auto">
            <a:xfrm>
              <a:off x="1213390" y="5921919"/>
              <a:ext cx="932183" cy="93116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68571" tIns="34286" rIns="68571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68570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ES" sz="1500" b="0" i="0" u="none" strike="noStrike" cap="none" normalizeH="0" baseline="0">
                <a:ln>
                  <a:noFill/>
                </a:ln>
                <a:effectLst/>
                <a:latin typeface="Zurich Sans" panose="02000000000000000000" pitchFamily="2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F044A4F-7E78-5CC3-BB7B-4DDF4F2A27B5}"/>
                </a:ext>
              </a:extLst>
            </p:cNvPr>
            <p:cNvSpPr/>
            <p:nvPr/>
          </p:nvSpPr>
          <p:spPr bwMode="auto">
            <a:xfrm>
              <a:off x="-18718" y="6437357"/>
              <a:ext cx="416072" cy="415724"/>
            </a:xfrm>
            <a:prstGeom prst="ellipse">
              <a:avLst/>
            </a:prstGeom>
            <a:solidFill>
              <a:schemeClr val="accent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68571" tIns="34286" rIns="68571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68570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ES" sz="1500" b="0" i="0" u="none" strike="noStrike" cap="none" normalizeH="0" baseline="0">
                <a:ln>
                  <a:noFill/>
                </a:ln>
                <a:effectLst/>
                <a:latin typeface="Zurich Sans" panose="02000000000000000000" pitchFamily="2" charset="0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CB995AB-6B53-E2F8-6C56-3CEBCA763892}"/>
                </a:ext>
              </a:extLst>
            </p:cNvPr>
            <p:cNvSpPr/>
            <p:nvPr/>
          </p:nvSpPr>
          <p:spPr bwMode="auto">
            <a:xfrm rot="13500000">
              <a:off x="1513092" y="5357370"/>
              <a:ext cx="1924227" cy="969101"/>
            </a:xfrm>
            <a:custGeom>
              <a:avLst/>
              <a:gdLst>
                <a:gd name="connsiteX0" fmla="*/ 531 w 1423686"/>
                <a:gd name="connsiteY0" fmla="*/ 0 h 717107"/>
                <a:gd name="connsiteX1" fmla="*/ 1423155 w 1423686"/>
                <a:gd name="connsiteY1" fmla="*/ 0 h 717107"/>
                <a:gd name="connsiteX2" fmla="*/ 1423686 w 1423686"/>
                <a:gd name="connsiteY2" fmla="*/ 5264 h 717107"/>
                <a:gd name="connsiteX3" fmla="*/ 711843 w 1423686"/>
                <a:gd name="connsiteY3" fmla="*/ 717107 h 717107"/>
                <a:gd name="connsiteX4" fmla="*/ 0 w 1423686"/>
                <a:gd name="connsiteY4" fmla="*/ 5264 h 717107"/>
                <a:gd name="connsiteX5" fmla="*/ 531 w 1423686"/>
                <a:gd name="connsiteY5" fmla="*/ 0 h 717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3686" h="717107">
                  <a:moveTo>
                    <a:pt x="531" y="0"/>
                  </a:moveTo>
                  <a:lnTo>
                    <a:pt x="1423155" y="0"/>
                  </a:lnTo>
                  <a:lnTo>
                    <a:pt x="1423686" y="5264"/>
                  </a:lnTo>
                  <a:cubicBezTo>
                    <a:pt x="1423686" y="398404"/>
                    <a:pt x="1104983" y="717107"/>
                    <a:pt x="711843" y="717107"/>
                  </a:cubicBezTo>
                  <a:cubicBezTo>
                    <a:pt x="318703" y="717107"/>
                    <a:pt x="0" y="398404"/>
                    <a:pt x="0" y="5264"/>
                  </a:cubicBezTo>
                  <a:lnTo>
                    <a:pt x="531" y="0"/>
                  </a:lnTo>
                  <a:close/>
                </a:path>
              </a:pathLst>
            </a:custGeom>
            <a:solidFill>
              <a:srgbClr val="2167AE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68571" tIns="34286" rIns="68571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68570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ES" sz="1500" b="0" i="0" u="none" strike="noStrike" cap="none" normalizeH="0" baseline="0">
                <a:ln>
                  <a:noFill/>
                </a:ln>
                <a:effectLst/>
                <a:latin typeface="Zurich Sans" panose="02000000000000000000" pitchFamily="2" charset="0"/>
              </a:endParaRPr>
            </a:p>
          </p:txBody>
        </p:sp>
      </p:grp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2E48DA8B-B36B-F147-BA19-ADE851F826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 hasCustomPrompt="1"/>
          </p:nvPr>
        </p:nvSpPr>
        <p:spPr>
          <a:xfrm>
            <a:off x="1181419" y="1400896"/>
            <a:ext cx="4756392" cy="626997"/>
          </a:xfrm>
          <a:prstGeom prst="rect">
            <a:avLst/>
          </a:prstGeom>
        </p:spPr>
        <p:txBody>
          <a:bodyPr lIns="0" rIns="0" anchor="t"/>
          <a:lstStyle>
            <a:lvl1pPr marL="0" marR="0" indent="0" algn="l" defTabSz="914256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1C67AF"/>
              </a:buClr>
              <a:buSzPct val="100000"/>
              <a:buFont typeface="+mj-lt"/>
              <a:buNone/>
              <a:tabLst/>
              <a:defRPr sz="2400" b="0" i="0">
                <a:solidFill>
                  <a:srgbClr val="2167AE"/>
                </a:solidFill>
                <a:latin typeface="Zurich Sans Light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/>
              <a:t>Add title</a:t>
            </a:r>
          </a:p>
        </p:txBody>
      </p:sp>
      <p:sp>
        <p:nvSpPr>
          <p:cNvPr id="45" name="Text Placeholder 16">
            <a:extLst>
              <a:ext uri="{FF2B5EF4-FFF2-40B4-BE49-F238E27FC236}">
                <a16:creationId xmlns:a16="http://schemas.microsoft.com/office/drawing/2014/main" id="{29A7BAEB-07E6-A156-1842-734FA654EA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1181418" y="2204670"/>
            <a:ext cx="4756392" cy="626997"/>
          </a:xfrm>
          <a:prstGeom prst="rect">
            <a:avLst/>
          </a:prstGeom>
        </p:spPr>
        <p:txBody>
          <a:bodyPr lIns="0" rIns="0" anchor="t"/>
          <a:lstStyle>
            <a:lvl1pPr marL="0" marR="0" indent="0" algn="l" defTabSz="914256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1C67AF"/>
              </a:buClr>
              <a:buSzPct val="100000"/>
              <a:buFont typeface="+mj-lt"/>
              <a:buNone/>
              <a:tabLst/>
              <a:defRPr sz="2400" b="0" i="0">
                <a:solidFill>
                  <a:srgbClr val="2167AE"/>
                </a:solidFill>
                <a:latin typeface="Zurich Sans Light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/>
              <a:t>Add title</a:t>
            </a:r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52855FB2-6F1F-3A63-F0D2-EA1EDBAD9A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1181417" y="3008444"/>
            <a:ext cx="4756392" cy="626997"/>
          </a:xfrm>
          <a:prstGeom prst="rect">
            <a:avLst/>
          </a:prstGeom>
        </p:spPr>
        <p:txBody>
          <a:bodyPr lIns="0" rIns="0" anchor="t"/>
          <a:lstStyle>
            <a:lvl1pPr marL="0" marR="0" indent="0" algn="l" defTabSz="914256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1C67AF"/>
              </a:buClr>
              <a:buSzPct val="100000"/>
              <a:buFont typeface="+mj-lt"/>
              <a:buNone/>
              <a:tabLst/>
              <a:defRPr sz="2400" b="0" i="0">
                <a:solidFill>
                  <a:srgbClr val="2167AE"/>
                </a:solidFill>
                <a:latin typeface="Zurich Sans Light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/>
              <a:t>Add title</a:t>
            </a:r>
          </a:p>
        </p:txBody>
      </p:sp>
      <p:sp>
        <p:nvSpPr>
          <p:cNvPr id="47" name="Text Placeholder 16">
            <a:extLst>
              <a:ext uri="{FF2B5EF4-FFF2-40B4-BE49-F238E27FC236}">
                <a16:creationId xmlns:a16="http://schemas.microsoft.com/office/drawing/2014/main" id="{9816610D-9B22-8615-8683-D7A784A68A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1181417" y="3812218"/>
            <a:ext cx="4756392" cy="626997"/>
          </a:xfrm>
          <a:prstGeom prst="rect">
            <a:avLst/>
          </a:prstGeom>
        </p:spPr>
        <p:txBody>
          <a:bodyPr lIns="0" rIns="0" anchor="t"/>
          <a:lstStyle>
            <a:lvl1pPr marL="0" marR="0" indent="0" algn="l" defTabSz="914256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1C67AF"/>
              </a:buClr>
              <a:buSzPct val="100000"/>
              <a:buFont typeface="+mj-lt"/>
              <a:buNone/>
              <a:tabLst/>
              <a:defRPr sz="2400" b="0" i="0">
                <a:solidFill>
                  <a:srgbClr val="2167AE"/>
                </a:solidFill>
                <a:latin typeface="Zurich Sans Light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/>
              <a:t>Add title</a:t>
            </a:r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AC1D5AD0-D199-4B88-B4D4-EC04DAA1CB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" hasCustomPrompt="1"/>
          </p:nvPr>
        </p:nvSpPr>
        <p:spPr>
          <a:xfrm>
            <a:off x="1193978" y="4615992"/>
            <a:ext cx="4756392" cy="626997"/>
          </a:xfrm>
          <a:prstGeom prst="rect">
            <a:avLst/>
          </a:prstGeom>
        </p:spPr>
        <p:txBody>
          <a:bodyPr lIns="0" rIns="0" anchor="t"/>
          <a:lstStyle>
            <a:lvl1pPr marL="0" marR="0" indent="0" algn="l" defTabSz="914256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1C67AF"/>
              </a:buClr>
              <a:buSzPct val="100000"/>
              <a:buFont typeface="+mj-lt"/>
              <a:buNone/>
              <a:tabLst/>
              <a:defRPr sz="2400" b="0" i="0">
                <a:solidFill>
                  <a:srgbClr val="2167AE"/>
                </a:solidFill>
                <a:latin typeface="Zurich Sans Light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/>
              <a:t>Add title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7E90624-4015-D86A-099E-49A760F8927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985386" y="2287606"/>
            <a:ext cx="0" cy="48908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33D159D-7CB8-506C-C2CB-80020BBC839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985386" y="1481694"/>
            <a:ext cx="0" cy="48908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5163133-14B9-F749-89ED-2485A61E726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985386" y="3092171"/>
            <a:ext cx="0" cy="48908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1EF1DD3-77C8-58F1-9651-70AE2212480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985386" y="3892597"/>
            <a:ext cx="0" cy="48908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1A6784D-CE9F-B3EE-CBF9-D538328DA61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985386" y="4660355"/>
            <a:ext cx="0" cy="48908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itle 1">
            <a:extLst>
              <a:ext uri="{FF2B5EF4-FFF2-40B4-BE49-F238E27FC236}">
                <a16:creationId xmlns:a16="http://schemas.microsoft.com/office/drawing/2014/main" id="{DCFC3CCD-0C6E-F45C-85E0-B26ED42916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843" y="334464"/>
            <a:ext cx="5602528" cy="332399"/>
          </a:xfrm>
          <a:prstGeom prst="rect">
            <a:avLst/>
          </a:prstGeom>
        </p:spPr>
        <p:txBody>
          <a:bodyPr lIns="0" anchor="t"/>
          <a:lstStyle>
            <a:lvl1pPr>
              <a:defRPr b="0" i="0">
                <a:solidFill>
                  <a:srgbClr val="2167AE"/>
                </a:solidFill>
                <a:latin typeface="Zurich Sans Light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GB" noProof="0"/>
              <a:t>Agenda or content page</a:t>
            </a:r>
          </a:p>
        </p:txBody>
      </p:sp>
      <p:sp>
        <p:nvSpPr>
          <p:cNvPr id="54" name="Text Placeholder 16">
            <a:extLst>
              <a:ext uri="{FF2B5EF4-FFF2-40B4-BE49-F238E27FC236}">
                <a16:creationId xmlns:a16="http://schemas.microsoft.com/office/drawing/2014/main" id="{2961E2F6-6DAB-51B5-7344-E7AB88F4CD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2" hasCustomPrompt="1"/>
          </p:nvPr>
        </p:nvSpPr>
        <p:spPr>
          <a:xfrm>
            <a:off x="484905" y="4294787"/>
            <a:ext cx="477238" cy="1048867"/>
          </a:xfrm>
          <a:prstGeom prst="rect">
            <a:avLst/>
          </a:prstGeom>
        </p:spPr>
        <p:txBody>
          <a:bodyPr lIns="0" rIns="0" anchor="t"/>
          <a:lstStyle>
            <a:lvl1pPr marL="0" marR="0" indent="0" algn="l" defTabSz="914256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1C67AF"/>
              </a:buClr>
              <a:buSzPct val="100000"/>
              <a:buFont typeface="+mj-lt"/>
              <a:buNone/>
              <a:tabLst/>
              <a:defRPr sz="4800" b="0" i="0">
                <a:solidFill>
                  <a:srgbClr val="2167AE"/>
                </a:solidFill>
                <a:latin typeface="Zurich Sans Light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/>
              <a:t>5</a:t>
            </a:r>
          </a:p>
        </p:txBody>
      </p:sp>
      <p:sp>
        <p:nvSpPr>
          <p:cNvPr id="55" name="Text Placeholder 16">
            <a:extLst>
              <a:ext uri="{FF2B5EF4-FFF2-40B4-BE49-F238E27FC236}">
                <a16:creationId xmlns:a16="http://schemas.microsoft.com/office/drawing/2014/main" id="{E1E8F517-D784-A447-6E27-9BA2C668D1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3" hasCustomPrompt="1"/>
          </p:nvPr>
        </p:nvSpPr>
        <p:spPr>
          <a:xfrm>
            <a:off x="495062" y="3526485"/>
            <a:ext cx="477238" cy="1048867"/>
          </a:xfrm>
          <a:prstGeom prst="rect">
            <a:avLst/>
          </a:prstGeom>
        </p:spPr>
        <p:txBody>
          <a:bodyPr lIns="0" rIns="0" anchor="t"/>
          <a:lstStyle>
            <a:lvl1pPr marL="0" marR="0" indent="0" algn="l" defTabSz="914256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1C67AF"/>
              </a:buClr>
              <a:buSzPct val="100000"/>
              <a:buFont typeface="+mj-lt"/>
              <a:buNone/>
              <a:tabLst/>
              <a:defRPr sz="4800" b="0" i="0">
                <a:solidFill>
                  <a:srgbClr val="2167AE"/>
                </a:solidFill>
                <a:latin typeface="Zurich Sans Light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/>
              <a:t>4</a:t>
            </a:r>
          </a:p>
        </p:txBody>
      </p:sp>
      <p:sp>
        <p:nvSpPr>
          <p:cNvPr id="56" name="Text Placeholder 16">
            <a:extLst>
              <a:ext uri="{FF2B5EF4-FFF2-40B4-BE49-F238E27FC236}">
                <a16:creationId xmlns:a16="http://schemas.microsoft.com/office/drawing/2014/main" id="{9C8CEA09-8079-907E-0265-81E4BBB5FF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4" hasCustomPrompt="1"/>
          </p:nvPr>
        </p:nvSpPr>
        <p:spPr>
          <a:xfrm>
            <a:off x="486016" y="2731081"/>
            <a:ext cx="477238" cy="1048867"/>
          </a:xfrm>
          <a:prstGeom prst="rect">
            <a:avLst/>
          </a:prstGeom>
        </p:spPr>
        <p:txBody>
          <a:bodyPr lIns="0" rIns="0" anchor="t"/>
          <a:lstStyle>
            <a:lvl1pPr marL="0" marR="0" indent="0" algn="l" defTabSz="914256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1C67AF"/>
              </a:buClr>
              <a:buSzPct val="100000"/>
              <a:buFont typeface="+mj-lt"/>
              <a:buNone/>
              <a:tabLst/>
              <a:defRPr sz="4800" b="0" i="0">
                <a:solidFill>
                  <a:srgbClr val="2167AE"/>
                </a:solidFill>
                <a:latin typeface="Zurich Sans Light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/>
              <a:t>3</a:t>
            </a:r>
          </a:p>
        </p:txBody>
      </p:sp>
      <p:sp>
        <p:nvSpPr>
          <p:cNvPr id="57" name="Text Placeholder 16">
            <a:extLst>
              <a:ext uri="{FF2B5EF4-FFF2-40B4-BE49-F238E27FC236}">
                <a16:creationId xmlns:a16="http://schemas.microsoft.com/office/drawing/2014/main" id="{8F2C5376-E40B-8940-81DA-3A7F25BB56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5" hasCustomPrompt="1"/>
          </p:nvPr>
        </p:nvSpPr>
        <p:spPr>
          <a:xfrm>
            <a:off x="495062" y="1916214"/>
            <a:ext cx="477238" cy="1048867"/>
          </a:xfrm>
          <a:prstGeom prst="rect">
            <a:avLst/>
          </a:prstGeom>
        </p:spPr>
        <p:txBody>
          <a:bodyPr lIns="0" rIns="0" anchor="t"/>
          <a:lstStyle>
            <a:lvl1pPr marL="0" marR="0" indent="0" algn="l" defTabSz="914256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1C67AF"/>
              </a:buClr>
              <a:buSzPct val="100000"/>
              <a:buFont typeface="+mj-lt"/>
              <a:buNone/>
              <a:tabLst/>
              <a:defRPr sz="4800" b="0" i="0">
                <a:solidFill>
                  <a:srgbClr val="2167AE"/>
                </a:solidFill>
                <a:latin typeface="Zurich Sans Light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/>
              <a:t>2</a:t>
            </a:r>
          </a:p>
        </p:txBody>
      </p:sp>
      <p:sp>
        <p:nvSpPr>
          <p:cNvPr id="58" name="Text Placeholder 16">
            <a:extLst>
              <a:ext uri="{FF2B5EF4-FFF2-40B4-BE49-F238E27FC236}">
                <a16:creationId xmlns:a16="http://schemas.microsoft.com/office/drawing/2014/main" id="{14A03E16-EA09-5479-6753-6B4D1D7EC9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6" hasCustomPrompt="1"/>
          </p:nvPr>
        </p:nvSpPr>
        <p:spPr>
          <a:xfrm>
            <a:off x="575537" y="1100919"/>
            <a:ext cx="477238" cy="1048867"/>
          </a:xfrm>
          <a:prstGeom prst="rect">
            <a:avLst/>
          </a:prstGeom>
        </p:spPr>
        <p:txBody>
          <a:bodyPr lIns="0" rIns="0" anchor="t"/>
          <a:lstStyle>
            <a:lvl1pPr marL="0" marR="0" indent="0" algn="l" defTabSz="914256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1C67AF"/>
              </a:buClr>
              <a:buSzPct val="100000"/>
              <a:buFont typeface="+mj-lt"/>
              <a:buNone/>
              <a:tabLst/>
              <a:defRPr sz="4800" b="0" i="0">
                <a:solidFill>
                  <a:srgbClr val="2167AE"/>
                </a:solidFill>
                <a:latin typeface="Zurich Sans Light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/>
              <a:t>1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A27A528-181D-B555-8C7B-6F20A3DD89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9634" y="159248"/>
            <a:ext cx="1773767" cy="68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17891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9979B0B5-DCB0-844D-8724-1DB31C8A8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260268"/>
            <a:ext cx="9586415" cy="33239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613BA4-3F37-477A-9F83-816FFC375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Footer Placeholder 3">
            <a:extLst>
              <a:ext uri="{FF2B5EF4-FFF2-40B4-BE49-F238E27FC236}">
                <a16:creationId xmlns:a16="http://schemas.microsoft.com/office/drawing/2014/main" id="{3866945B-F4D3-4972-8A47-C02C9E2AC9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89D1AA8-55DB-7775-EC0D-0BC4A9A2FDFF}"/>
              </a:ext>
            </a:extLst>
          </p:cNvPr>
          <p:cNvGrpSpPr/>
          <p:nvPr userDrawn="1"/>
        </p:nvGrpSpPr>
        <p:grpSpPr>
          <a:xfrm>
            <a:off x="10281387" y="297305"/>
            <a:ext cx="1657954" cy="449862"/>
            <a:chOff x="10281387" y="302374"/>
            <a:chExt cx="1657954" cy="449862"/>
          </a:xfrm>
        </p:grpSpPr>
        <p:pic>
          <p:nvPicPr>
            <p:cNvPr id="3" name="Picture 2" descr="Logo&#10;&#10;Description automatically generated">
              <a:extLst>
                <a:ext uri="{FF2B5EF4-FFF2-40B4-BE49-F238E27FC236}">
                  <a16:creationId xmlns:a16="http://schemas.microsoft.com/office/drawing/2014/main" id="{1F269D3B-A403-BFFD-1246-BF8434E1393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620" t="14630" r="33086" b="44982"/>
            <a:stretch/>
          </p:blipFill>
          <p:spPr>
            <a:xfrm>
              <a:off x="10281387" y="302374"/>
              <a:ext cx="462553" cy="389076"/>
            </a:xfrm>
            <a:prstGeom prst="rect">
              <a:avLst/>
            </a:prstGeom>
          </p:spPr>
        </p:pic>
        <p:pic>
          <p:nvPicPr>
            <p:cNvPr id="4" name="Picture 3" descr="Logo&#10;&#10;Description automatically generated">
              <a:extLst>
                <a:ext uri="{FF2B5EF4-FFF2-40B4-BE49-F238E27FC236}">
                  <a16:creationId xmlns:a16="http://schemas.microsoft.com/office/drawing/2014/main" id="{67290180-E226-7EE2-9ED3-E4A2AB871B8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5110"/>
            <a:stretch/>
          </p:blipFill>
          <p:spPr>
            <a:xfrm>
              <a:off x="10661349" y="318607"/>
              <a:ext cx="1277992" cy="4336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4196739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C6CA80C-3565-6D6F-39AD-944D214705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C6CA80C-3565-6D6F-39AD-944D214705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 sz="900"/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7D8D3836-D4B7-D009-1311-D6DE0344BB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>
              <a:defRPr lang="en-GB" sz="900" dirty="0">
                <a:solidFill>
                  <a:srgbClr val="2167AE"/>
                </a:solidFill>
              </a:defRPr>
            </a:lvl1pPr>
          </a:lstStyle>
          <a:p>
            <a:pPr algn="r"/>
            <a:endParaRPr lang="en-E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97BE9-7044-1C80-564C-0D4D44833C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260268"/>
            <a:ext cx="9504110" cy="360099"/>
          </a:xfrm>
        </p:spPr>
        <p:txBody>
          <a:bodyPr vert="horz" wrap="square">
            <a:spAutoFit/>
          </a:bodyPr>
          <a:lstStyle>
            <a:lvl1pPr>
              <a:defRPr sz="2600">
                <a:latin typeface="+mn-lt"/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69321A6-6CA3-2326-E0DC-2FD03C36D8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371F9A41-E80A-94C5-B987-861769116A01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34963" y="610597"/>
            <a:ext cx="9504110" cy="3323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  <a:lvl2pPr marL="342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8205094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only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C6CA80C-3565-6D6F-39AD-944D214705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C6CA80C-3565-6D6F-39AD-944D214705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 sz="900"/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7D8D3836-D4B7-D009-1311-D6DE0344BB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>
              <a:defRPr lang="en-GB" sz="900" dirty="0">
                <a:solidFill>
                  <a:srgbClr val="2167AE"/>
                </a:solidFill>
              </a:defRPr>
            </a:lvl1pPr>
          </a:lstStyle>
          <a:p>
            <a:pPr algn="r"/>
            <a:endParaRPr lang="en-E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97BE9-7044-1C80-564C-0D4D44833C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260268"/>
            <a:ext cx="9504110" cy="360099"/>
          </a:xfrm>
        </p:spPr>
        <p:txBody>
          <a:bodyPr vert="horz" wrap="square">
            <a:spAutoFit/>
          </a:bodyPr>
          <a:lstStyle>
            <a:lvl1pPr>
              <a:defRPr sz="2600">
                <a:latin typeface="+mn-lt"/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69321A6-6CA3-2326-E0DC-2FD03C36D8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01FB235-B5A3-F58E-76AA-5971FAE4BF0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85186" y="1253304"/>
            <a:ext cx="902315" cy="430887"/>
          </a:xfrm>
        </p:spPr>
        <p:txBody>
          <a:bodyPr wrap="square" anchor="t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sz="1400"/>
            </a:lvl1pPr>
            <a:lvl2pPr marL="265112" indent="0">
              <a:buFontTx/>
              <a:buNone/>
              <a:defRPr/>
            </a:lvl2pPr>
            <a:lvl3pPr marL="446088" indent="0">
              <a:buFontTx/>
              <a:buNone/>
              <a:defRPr/>
            </a:lvl3pPr>
            <a:lvl4pPr marL="719982" indent="0">
              <a:buFontTx/>
              <a:buNone/>
              <a:defRPr/>
            </a:lvl4pPr>
            <a:lvl5pPr marL="898525" indent="0">
              <a:buFontTx/>
              <a:buNone/>
              <a:defRPr/>
            </a:lvl5pPr>
          </a:lstStyle>
          <a:p>
            <a:pPr lvl="0"/>
            <a:r>
              <a:rPr lang="en-GB"/>
              <a:t>[Add your text here]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0A39E53-F7F2-C5E5-0CFB-99B4E0E81CF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17958" y="3213557"/>
            <a:ext cx="978515" cy="430887"/>
          </a:xfrm>
        </p:spPr>
        <p:txBody>
          <a:bodyPr wrap="square" anchor="t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sz="1400"/>
            </a:lvl1pPr>
            <a:lvl2pPr marL="265112" indent="0">
              <a:buFontTx/>
              <a:buNone/>
              <a:defRPr/>
            </a:lvl2pPr>
            <a:lvl3pPr marL="446088" indent="0">
              <a:buFontTx/>
              <a:buNone/>
              <a:defRPr/>
            </a:lvl3pPr>
            <a:lvl4pPr marL="719982" indent="0">
              <a:buFontTx/>
              <a:buNone/>
              <a:defRPr/>
            </a:lvl4pPr>
            <a:lvl5pPr marL="898525" indent="0">
              <a:buFontTx/>
              <a:buNone/>
              <a:defRPr/>
            </a:lvl5pPr>
          </a:lstStyle>
          <a:p>
            <a:pPr lvl="0"/>
            <a:r>
              <a:rPr lang="en-GB"/>
              <a:t>[Add your text here]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9AFDFD46-70A0-3C3F-C35B-48B857EE53C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02676" y="5462205"/>
            <a:ext cx="1076106" cy="430887"/>
          </a:xfrm>
        </p:spPr>
        <p:txBody>
          <a:bodyPr wrap="square" anchor="t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sz="1400"/>
            </a:lvl1pPr>
            <a:lvl2pPr marL="265112" indent="0">
              <a:buFontTx/>
              <a:buNone/>
              <a:defRPr/>
            </a:lvl2pPr>
            <a:lvl3pPr marL="446088" indent="0">
              <a:buFontTx/>
              <a:buNone/>
              <a:defRPr/>
            </a:lvl3pPr>
            <a:lvl4pPr marL="719982" indent="0">
              <a:buFontTx/>
              <a:buNone/>
              <a:defRPr/>
            </a:lvl4pPr>
            <a:lvl5pPr marL="898525" indent="0">
              <a:buFontTx/>
              <a:buNone/>
              <a:defRPr/>
            </a:lvl5pPr>
          </a:lstStyle>
          <a:p>
            <a:pPr lvl="0"/>
            <a:r>
              <a:rPr lang="en-GB"/>
              <a:t>[Add your text here]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A13724D5-52EF-1695-DC4B-B4F4AB03BCC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953742" y="3213557"/>
            <a:ext cx="1116211" cy="430887"/>
          </a:xfrm>
        </p:spPr>
        <p:txBody>
          <a:bodyPr wrap="square" anchor="t"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1400"/>
            </a:lvl1pPr>
            <a:lvl2pPr marL="265112" indent="0">
              <a:buFontTx/>
              <a:buNone/>
              <a:defRPr/>
            </a:lvl2pPr>
            <a:lvl3pPr marL="446088" indent="0">
              <a:buFontTx/>
              <a:buNone/>
              <a:defRPr/>
            </a:lvl3pPr>
            <a:lvl4pPr marL="719982" indent="0">
              <a:buFontTx/>
              <a:buNone/>
              <a:defRPr/>
            </a:lvl4pPr>
            <a:lvl5pPr marL="898525" indent="0">
              <a:buFontTx/>
              <a:buNone/>
              <a:defRPr/>
            </a:lvl5pPr>
          </a:lstStyle>
          <a:p>
            <a:pPr lvl="0"/>
            <a:r>
              <a:rPr lang="en-GB"/>
              <a:t>[Add your text here]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1E7397EB-845A-56CD-4868-5529AAE286B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794168" y="5462205"/>
            <a:ext cx="1114206" cy="430887"/>
          </a:xfrm>
        </p:spPr>
        <p:txBody>
          <a:bodyPr wrap="square" anchor="t"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1400"/>
            </a:lvl1pPr>
            <a:lvl2pPr marL="265112" indent="0">
              <a:buFontTx/>
              <a:buNone/>
              <a:defRPr/>
            </a:lvl2pPr>
            <a:lvl3pPr marL="446088" indent="0">
              <a:buFontTx/>
              <a:buNone/>
              <a:defRPr/>
            </a:lvl3pPr>
            <a:lvl4pPr marL="719982" indent="0">
              <a:buFontTx/>
              <a:buNone/>
              <a:defRPr/>
            </a:lvl4pPr>
            <a:lvl5pPr marL="898525" indent="0">
              <a:buFontTx/>
              <a:buNone/>
              <a:defRPr/>
            </a:lvl5pPr>
          </a:lstStyle>
          <a:p>
            <a:pPr lvl="0"/>
            <a:r>
              <a:rPr lang="en-GB"/>
              <a:t>[Add your text here]</a:t>
            </a:r>
          </a:p>
        </p:txBody>
      </p:sp>
    </p:spTree>
    <p:extLst>
      <p:ext uri="{BB962C8B-B14F-4D97-AF65-F5344CB8AC3E}">
        <p14:creationId xmlns:p14="http://schemas.microsoft.com/office/powerpoint/2010/main" val="90491762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ighlight - 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D2DA5C-B6A8-2DF2-9932-38E233F7491C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-600" y="0"/>
            <a:ext cx="12193200" cy="6858000"/>
          </a:xfrm>
        </p:spPr>
        <p:txBody>
          <a:bodyPr lIns="7200000" anchor="ctr"/>
          <a:lstStyle>
            <a:lvl1pPr marL="0" indent="0">
              <a:buNone/>
              <a:defRPr/>
            </a:lvl1pPr>
          </a:lstStyle>
          <a:p>
            <a:r>
              <a:rPr lang="en-US"/>
              <a:t>Add picture here</a:t>
            </a:r>
          </a:p>
        </p:txBody>
      </p:sp>
      <p:pic>
        <p:nvPicPr>
          <p:cNvPr id="11" name="Picture 10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1FDB0BCA-FA2A-0D45-71CB-F93B227EEB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597" y="157682"/>
            <a:ext cx="1784195" cy="692863"/>
          </a:xfrm>
          <a:prstGeom prst="rect">
            <a:avLst/>
          </a:prstGeom>
        </p:spPr>
      </p:pic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083AD1AD-1FBD-FFA9-D7EA-C0C4A69C409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138978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083AD1AD-1FBD-FFA9-D7EA-C0C4A69C40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8CA73F2A-C29F-CF9F-842D-527EF901584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51381" y="2654347"/>
            <a:ext cx="5363643" cy="1417591"/>
          </a:xfrm>
        </p:spPr>
        <p:txBody>
          <a:bodyPr/>
          <a:lstStyle>
            <a:lvl1pPr marL="0" indent="0">
              <a:buNone/>
              <a:defRPr sz="2600">
                <a:solidFill>
                  <a:schemeClr val="accent5"/>
                </a:solidFill>
              </a:defRPr>
            </a:lvl1pPr>
          </a:lstStyle>
          <a:p>
            <a:r>
              <a:rPr lang="en-US" sz="2800" b="0" i="0" u="none" strike="noStrike">
                <a:solidFill>
                  <a:schemeClr val="accent5"/>
                </a:solidFill>
                <a:effectLst/>
              </a:rPr>
              <a:t>If the image is modified, update the circle color to an inclusive one from the image.</a:t>
            </a:r>
          </a:p>
          <a:p>
            <a:endParaRPr lang="en-US" sz="2800" b="0" i="0" u="none" strike="noStrike">
              <a:solidFill>
                <a:schemeClr val="accent5"/>
              </a:solidFill>
              <a:effectLst/>
            </a:endParaRPr>
          </a:p>
          <a:p>
            <a:endParaRPr lang="en-US" sz="2800" b="0" i="0" u="none" strike="noStrike">
              <a:solidFill>
                <a:schemeClr val="accent5"/>
              </a:solidFill>
              <a:effectLst/>
            </a:endParaRPr>
          </a:p>
          <a:p>
            <a:endParaRPr lang="en-US" sz="2800" b="0" i="0" u="none" strike="noStrike">
              <a:solidFill>
                <a:schemeClr val="accent5"/>
              </a:solidFill>
              <a:effectLst/>
            </a:endParaRP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35B8702A-D605-B020-7B4C-0BE494C6E2A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1382" y="1395549"/>
            <a:ext cx="4246562" cy="1100913"/>
          </a:xfrm>
        </p:spPr>
        <p:txBody>
          <a:bodyPr anchor="ctr"/>
          <a:lstStyle>
            <a:lvl1pPr marL="0" indent="0">
              <a:buNone/>
              <a:defRPr sz="4400" u="none">
                <a:solidFill>
                  <a:schemeClr val="accent5"/>
                </a:solidFill>
                <a:latin typeface="Ogg" panose="02090504080706030203" pitchFamily="18" charset="77"/>
              </a:defRPr>
            </a:lvl1pPr>
          </a:lstStyle>
          <a:p>
            <a:pPr lvl="0"/>
            <a:r>
              <a:rPr lang="en-GB"/>
              <a:t>Content bold</a:t>
            </a:r>
          </a:p>
        </p:txBody>
      </p:sp>
      <p:sp>
        <p:nvSpPr>
          <p:cNvPr id="38" name="Text Placeholder 25">
            <a:extLst>
              <a:ext uri="{FF2B5EF4-FFF2-40B4-BE49-F238E27FC236}">
                <a16:creationId xmlns:a16="http://schemas.microsoft.com/office/drawing/2014/main" id="{37485B1B-E268-D711-2CFC-68F3ED167B3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51381" y="4259927"/>
            <a:ext cx="5663681" cy="2268462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/>
              <a:t>Duis autem vel eum iriure dolor in hendrerit vulputate velit esse molestie consequat, vel</a:t>
            </a:r>
          </a:p>
          <a:p>
            <a:pPr lvl="0"/>
            <a:r>
              <a:rPr lang="en-GB"/>
              <a:t>Lorem ipsum dolor sit amet, consectetuer adipiscing</a:t>
            </a:r>
          </a:p>
          <a:p>
            <a:pPr lvl="0"/>
            <a:r>
              <a:rPr lang="en-GB"/>
              <a:t>sed diam nonummy nibh euismod tincidunt laoreet dolore magna aliquam erat volutpat.  </a:t>
            </a:r>
          </a:p>
          <a:p>
            <a:pPr lvl="0"/>
            <a:r>
              <a:rPr lang="en-GB"/>
              <a:t>wisi enim ad minim veniam, quis</a:t>
            </a:r>
          </a:p>
          <a:p>
            <a:pPr lvl="0"/>
            <a:endParaRPr lang="en-GB"/>
          </a:p>
        </p:txBody>
      </p:sp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E871B9A8-DD39-93A9-3FED-48F58E83A1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5"/>
                </a:solidFill>
                <a:latin typeface="+mn-lt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E038AA5-459F-11E7-F7F0-E71EE2784737}"/>
              </a:ext>
            </a:extLst>
          </p:cNvPr>
          <p:cNvSpPr txBox="1"/>
          <p:nvPr userDrawn="1"/>
        </p:nvSpPr>
        <p:spPr>
          <a:xfrm>
            <a:off x="11158230" y="6548967"/>
            <a:ext cx="699337" cy="14356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sz="900">
                <a:solidFill>
                  <a:schemeClr val="accent5"/>
                </a:solidFill>
                <a:latin typeface="+mn-lt"/>
                <a:cs typeface="Arial" panose="020B0604020202020204" pitchFamily="34" charset="0"/>
              </a:rPr>
              <a:t>© Zurich</a:t>
            </a:r>
          </a:p>
        </p:txBody>
      </p:sp>
    </p:spTree>
    <p:extLst>
      <p:ext uri="{BB962C8B-B14F-4D97-AF65-F5344CB8AC3E}">
        <p14:creationId xmlns:p14="http://schemas.microsoft.com/office/powerpoint/2010/main" val="416787941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613BA4-3F37-477A-9F83-816FFC375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5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Footer Placeholder 3">
            <a:extLst>
              <a:ext uri="{FF2B5EF4-FFF2-40B4-BE49-F238E27FC236}">
                <a16:creationId xmlns:a16="http://schemas.microsoft.com/office/drawing/2014/main" id="{3866945B-F4D3-4972-8A47-C02C9E2AC9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5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830DE1-3CC4-FD69-2FFB-1DCBD784C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9586415" cy="3600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764F08-4840-7690-E9DB-6306267BD87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877835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764F08-4840-7690-E9DB-6306267BD8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phic 6">
            <a:extLst>
              <a:ext uri="{FF2B5EF4-FFF2-40B4-BE49-F238E27FC236}">
                <a16:creationId xmlns:a16="http://schemas.microsoft.com/office/drawing/2014/main" id="{410BC606-4E9C-A6A5-1AAD-96FDA441C4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597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451" y="1205994"/>
            <a:ext cx="11518145" cy="5040145"/>
          </a:xfrm>
        </p:spPr>
        <p:txBody>
          <a:bodyPr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29FBF581-E754-574B-A309-6F2FB382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260268"/>
            <a:ext cx="9586415" cy="332399"/>
          </a:xfrm>
        </p:spPr>
        <p:txBody>
          <a:bodyPr>
            <a:spAutoFit/>
          </a:bodyPr>
          <a:lstStyle>
            <a:lvl1pPr>
              <a:defRPr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60580A64-4AC1-D547-A7C8-FF2A5434D2C5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52658" y="610597"/>
            <a:ext cx="9586415" cy="3323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  <a:lvl2pPr marL="342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GB" noProof="0"/>
          </a:p>
        </p:txBody>
      </p:sp>
      <p:grpSp>
        <p:nvGrpSpPr>
          <p:cNvPr id="20" name="Group 4">
            <a:extLst>
              <a:ext uri="{FF2B5EF4-FFF2-40B4-BE49-F238E27FC236}">
                <a16:creationId xmlns:a16="http://schemas.microsoft.com/office/drawing/2014/main" id="{94606C33-87B8-4AFF-AF8D-3BA9B6C21CD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78596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23" name="AutoShape 3">
              <a:extLst>
                <a:ext uri="{FF2B5EF4-FFF2-40B4-BE49-F238E27FC236}">
                  <a16:creationId xmlns:a16="http://schemas.microsoft.com/office/drawing/2014/main" id="{D6138836-BE78-42EE-AA1D-2F9DE86593DD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50A847EF-9D82-48C0-8807-DD2B588CD8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7FA11094-2131-4D03-9C37-B2C0B5E8C0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0CF24BF3-852E-497F-922A-8CFA13A12B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2056438F-B7BB-4821-86E8-0E21E4217B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A780C951-A02A-4E5E-A235-A334C27C12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DB9A6084-650E-4900-8E17-4B39F7A20D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F8192D7D-37FB-4624-877F-4BC4661F25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8951349E-FD36-4092-B6F6-02B228122E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2" name="Freeform 13">
              <a:extLst>
                <a:ext uri="{FF2B5EF4-FFF2-40B4-BE49-F238E27FC236}">
                  <a16:creationId xmlns:a16="http://schemas.microsoft.com/office/drawing/2014/main" id="{B72629BF-0B35-49EF-A912-DAEE3FADF19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9DEE29F2-F280-4686-A9A8-395944373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F71481AB-279E-41C8-ACA9-C2DA8D6056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92545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CACC6D5-D1D4-442A-84CB-4AA5E5B9EC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53600" y="0"/>
            <a:ext cx="4238400" cy="6858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68142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2.xml"/><Relationship Id="rId26" Type="http://schemas.openxmlformats.org/officeDocument/2006/relationships/tags" Target="../tags/tag4.xml"/><Relationship Id="rId3" Type="http://schemas.openxmlformats.org/officeDocument/2006/relationships/slideLayout" Target="../slideLayouts/slideLayout7.xml"/><Relationship Id="rId21" Type="http://schemas.openxmlformats.org/officeDocument/2006/relationships/slideLayout" Target="../slideLayouts/slideLayout25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21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20" Type="http://schemas.openxmlformats.org/officeDocument/2006/relationships/slideLayout" Target="../slideLayouts/slideLayout24.xml"/><Relationship Id="rId29" Type="http://schemas.openxmlformats.org/officeDocument/2006/relationships/image" Target="../media/image4.svg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2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9.xml"/><Relationship Id="rId23" Type="http://schemas.openxmlformats.org/officeDocument/2006/relationships/slideLayout" Target="../slideLayouts/slideLayout27.xml"/><Relationship Id="rId28" Type="http://schemas.openxmlformats.org/officeDocument/2006/relationships/image" Target="../media/image3.emf"/><Relationship Id="rId10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23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6.xml"/><Relationship Id="rId27" Type="http://schemas.openxmlformats.org/officeDocument/2006/relationships/oleObject" Target="../embeddings/oleObject3.bin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slideLayout" Target="../slideLayouts/slideLayout46.xml"/><Relationship Id="rId26" Type="http://schemas.openxmlformats.org/officeDocument/2006/relationships/theme" Target="../theme/theme3.xml"/><Relationship Id="rId3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49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5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20" Type="http://schemas.openxmlformats.org/officeDocument/2006/relationships/slideLayout" Target="../slideLayouts/slideLayout48.xml"/><Relationship Id="rId29" Type="http://schemas.openxmlformats.org/officeDocument/2006/relationships/image" Target="../media/image27.emf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2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23" Type="http://schemas.openxmlformats.org/officeDocument/2006/relationships/slideLayout" Target="../slideLayouts/slideLayout51.xml"/><Relationship Id="rId28" Type="http://schemas.openxmlformats.org/officeDocument/2006/relationships/oleObject" Target="../embeddings/oleObject23.bin"/><Relationship Id="rId10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47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Relationship Id="rId22" Type="http://schemas.openxmlformats.org/officeDocument/2006/relationships/slideLayout" Target="../slideLayouts/slideLayout50.xml"/><Relationship Id="rId27" Type="http://schemas.openxmlformats.org/officeDocument/2006/relationships/tags" Target="../tags/tag2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6.xml"/><Relationship Id="rId18" Type="http://schemas.openxmlformats.org/officeDocument/2006/relationships/slideLayout" Target="../slideLayouts/slideLayout71.xml"/><Relationship Id="rId26" Type="http://schemas.openxmlformats.org/officeDocument/2006/relationships/tags" Target="../tags/tag32.xml"/><Relationship Id="rId3" Type="http://schemas.openxmlformats.org/officeDocument/2006/relationships/slideLayout" Target="../slideLayouts/slideLayout56.xml"/><Relationship Id="rId21" Type="http://schemas.openxmlformats.org/officeDocument/2006/relationships/slideLayout" Target="../slideLayouts/slideLayout74.xml"/><Relationship Id="rId7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5.xml"/><Relationship Id="rId17" Type="http://schemas.openxmlformats.org/officeDocument/2006/relationships/slideLayout" Target="../slideLayouts/slideLayout70.xml"/><Relationship Id="rId25" Type="http://schemas.openxmlformats.org/officeDocument/2006/relationships/theme" Target="../theme/theme4.xml"/><Relationship Id="rId2" Type="http://schemas.openxmlformats.org/officeDocument/2006/relationships/slideLayout" Target="../slideLayouts/slideLayout55.xml"/><Relationship Id="rId16" Type="http://schemas.openxmlformats.org/officeDocument/2006/relationships/slideLayout" Target="../slideLayouts/slideLayout69.xml"/><Relationship Id="rId20" Type="http://schemas.openxmlformats.org/officeDocument/2006/relationships/slideLayout" Target="../slideLayouts/slideLayout73.xml"/><Relationship Id="rId29" Type="http://schemas.openxmlformats.org/officeDocument/2006/relationships/image" Target="../media/image4.svg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77.xml"/><Relationship Id="rId5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68.xml"/><Relationship Id="rId23" Type="http://schemas.openxmlformats.org/officeDocument/2006/relationships/slideLayout" Target="../slideLayouts/slideLayout76.xml"/><Relationship Id="rId28" Type="http://schemas.openxmlformats.org/officeDocument/2006/relationships/image" Target="../media/image3.emf"/><Relationship Id="rId10" Type="http://schemas.openxmlformats.org/officeDocument/2006/relationships/slideLayout" Target="../slideLayouts/slideLayout63.xml"/><Relationship Id="rId19" Type="http://schemas.openxmlformats.org/officeDocument/2006/relationships/slideLayout" Target="../slideLayouts/slideLayout72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7.xml"/><Relationship Id="rId22" Type="http://schemas.openxmlformats.org/officeDocument/2006/relationships/slideLayout" Target="../slideLayouts/slideLayout75.xml"/><Relationship Id="rId27" Type="http://schemas.openxmlformats.org/officeDocument/2006/relationships/oleObject" Target="../embeddings/oleObject3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670045A-C903-9980-8ABC-63407CC86C30}"/>
              </a:ext>
            </a:extLst>
          </p:cNvPr>
          <p:cNvGraphicFramePr>
            <a:graphicFrameLocks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82334602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70045A-C903-9980-8ABC-63407CC86C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0826" y="249926"/>
            <a:ext cx="9586415" cy="3323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451" y="959539"/>
            <a:ext cx="11518145" cy="504014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4E9977-C3E2-4A29-A565-FFA15C7CA5E3}"/>
              </a:ext>
            </a:extLst>
          </p:cNvPr>
          <p:cNvSpPr txBox="1"/>
          <p:nvPr userDrawn="1"/>
        </p:nvSpPr>
        <p:spPr>
          <a:xfrm>
            <a:off x="11158230" y="6548967"/>
            <a:ext cx="699337" cy="14356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sz="900">
                <a:latin typeface="+mn-lt"/>
                <a:cs typeface="Arial" panose="020B0604020202020204" pitchFamily="34" charset="0"/>
              </a:rPr>
              <a:t>© Zurich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1DD3C19F-8057-4A4E-9322-AA44FA531B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0E6170-7BD0-DC4A-743E-12F6C92ACDBA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16363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026237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40" r:id="rId2"/>
    <p:sldLayoutId id="2147483792" r:id="rId3"/>
    <p:sldLayoutId id="2147483887" r:id="rId4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68288" indent="-268288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Arial" panose="020B0604020202020204" pitchFamily="34" charset="0"/>
        </a:defRPr>
      </a:lvl1pPr>
      <a:lvl2pPr marL="447675" indent="-207963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−"/>
        <a:defRPr sz="1600" kern="1200">
          <a:solidFill>
            <a:schemeClr val="accent1"/>
          </a:solidFill>
          <a:latin typeface="+mn-lt"/>
          <a:ea typeface="+mn-ea"/>
          <a:cs typeface="Arial" panose="020B0604020202020204" pitchFamily="34" charset="0"/>
        </a:defRPr>
      </a:lvl2pPr>
      <a:lvl3pPr marL="719138" indent="-180975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−"/>
        <a:defRPr sz="1400" kern="1200">
          <a:solidFill>
            <a:schemeClr val="accent1"/>
          </a:solidFill>
          <a:latin typeface="+mn-lt"/>
          <a:ea typeface="+mn-ea"/>
          <a:cs typeface="Arial" panose="020B0604020202020204" pitchFamily="34" charset="0"/>
        </a:defRPr>
      </a:lvl3pPr>
      <a:lvl4pPr marL="896938" indent="-17780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−"/>
        <a:defRPr sz="1200" kern="1200">
          <a:solidFill>
            <a:schemeClr val="accent1"/>
          </a:solidFill>
          <a:latin typeface="+mn-lt"/>
          <a:ea typeface="+mn-ea"/>
          <a:cs typeface="Arial" panose="020B0604020202020204" pitchFamily="34" charset="0"/>
        </a:defRPr>
      </a:lvl4pPr>
      <a:lvl5pPr marL="1165225" indent="-179388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2">
          <p15:clr>
            <a:srgbClr val="F26B43"/>
          </p15:clr>
        </p15:guide>
        <p15:guide id="2" pos="158">
          <p15:clr>
            <a:srgbClr val="F26B43"/>
          </p15:clr>
        </p15:guide>
        <p15:guide id="3" pos="5602">
          <p15:clr>
            <a:srgbClr val="F26B43"/>
          </p15:clr>
        </p15:guide>
        <p15:guide id="4" pos="4898">
          <p15:clr>
            <a:srgbClr val="F26B43"/>
          </p15:clr>
        </p15:guide>
        <p15:guide id="5" orient="horz" pos="599">
          <p15:clr>
            <a:srgbClr val="F26B43"/>
          </p15:clr>
        </p15:guide>
        <p15:guide id="6" orient="horz" pos="3094">
          <p15:clr>
            <a:srgbClr val="F26B43"/>
          </p15:clr>
        </p15:guide>
        <p15:guide id="7" pos="4693">
          <p15:clr>
            <a:srgbClr val="F26B43"/>
          </p15:clr>
        </p15:guide>
        <p15:guide id="8" orient="horz" pos="298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Object 19" hidden="1">
            <a:extLst>
              <a:ext uri="{FF2B5EF4-FFF2-40B4-BE49-F238E27FC236}">
                <a16:creationId xmlns:a16="http://schemas.microsoft.com/office/drawing/2014/main" id="{9744A14C-A64C-0BD4-4306-BBB8201349B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6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7772400" imgH="10058400" progId="TCLayout.ActiveDocument.1">
                  <p:embed/>
                </p:oleObj>
              </mc:Choice>
              <mc:Fallback>
                <p:oleObj name="think-cell Slide" r:id="rId27" imgW="7772400" imgH="10058400" progId="TCLayout.ActiveDocument.1">
                  <p:embed/>
                  <p:pic>
                    <p:nvPicPr>
                      <p:cNvPr id="20" name="Object 19" hidden="1">
                        <a:extLst>
                          <a:ext uri="{FF2B5EF4-FFF2-40B4-BE49-F238E27FC236}">
                            <a16:creationId xmlns:a16="http://schemas.microsoft.com/office/drawing/2014/main" id="{9744A14C-A64C-0BD4-4306-BBB8201349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0826" y="249926"/>
            <a:ext cx="9586415" cy="3046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0825" y="961200"/>
            <a:ext cx="11677649" cy="527841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04512" y="6564842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4E9977-C3E2-4A29-A565-FFA15C7CA5E3}"/>
              </a:ext>
            </a:extLst>
          </p:cNvPr>
          <p:cNvSpPr txBox="1"/>
          <p:nvPr userDrawn="1"/>
        </p:nvSpPr>
        <p:spPr>
          <a:xfrm>
            <a:off x="11158230" y="6548967"/>
            <a:ext cx="699337" cy="14356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sz="900">
                <a:latin typeface="+mn-lt"/>
                <a:cs typeface="Arial" panose="020B0604020202020204" pitchFamily="34" charset="0"/>
              </a:rPr>
              <a:t>© Zurich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1DD3C19F-8057-4A4E-9322-AA44FA531B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64842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D2A5285-2B80-6A7D-13F7-878BED2F3A7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FC139D-1D08-081E-7943-021CA77AA250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16363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334593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  <p:sldLayoutId id="2147483779" r:id="rId18"/>
    <p:sldLayoutId id="2147483780" r:id="rId19"/>
    <p:sldLayoutId id="2147483781" r:id="rId20"/>
    <p:sldLayoutId id="2147483782" r:id="rId21"/>
    <p:sldLayoutId id="2147483783" r:id="rId22"/>
    <p:sldLayoutId id="2147483784" r:id="rId23"/>
    <p:sldLayoutId id="2147483786" r:id="rId24"/>
  </p:sldLayoutIdLs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accent1"/>
          </a:solidFill>
          <a:latin typeface="+mn-lt"/>
          <a:ea typeface="+mj-ea"/>
          <a:cs typeface="Arial" panose="020B0604020202020204" pitchFamily="34" charset="0"/>
        </a:defRPr>
      </a:lvl1pPr>
    </p:titleStyle>
    <p:bodyStyle>
      <a:lvl1pPr marL="268288" indent="-268288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Arial" panose="020B0604020202020204" pitchFamily="34" charset="0"/>
        </a:defRPr>
      </a:lvl1pPr>
      <a:lvl2pPr marL="447675" indent="-207963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−"/>
        <a:defRPr sz="1600" kern="1200">
          <a:solidFill>
            <a:schemeClr val="accent1"/>
          </a:solidFill>
          <a:latin typeface="+mn-lt"/>
          <a:ea typeface="+mn-ea"/>
          <a:cs typeface="Arial" panose="020B0604020202020204" pitchFamily="34" charset="0"/>
        </a:defRPr>
      </a:lvl2pPr>
      <a:lvl3pPr marL="719138" indent="-180975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−"/>
        <a:defRPr sz="1400" kern="1200">
          <a:solidFill>
            <a:schemeClr val="accent1"/>
          </a:solidFill>
          <a:latin typeface="+mn-lt"/>
          <a:ea typeface="+mn-ea"/>
          <a:cs typeface="Arial" panose="020B0604020202020204" pitchFamily="34" charset="0"/>
        </a:defRPr>
      </a:lvl3pPr>
      <a:lvl4pPr marL="896938" indent="-17780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−"/>
        <a:defRPr sz="1200" kern="1200">
          <a:solidFill>
            <a:schemeClr val="accent1"/>
          </a:solidFill>
          <a:latin typeface="+mn-lt"/>
          <a:ea typeface="+mn-ea"/>
          <a:cs typeface="Arial" panose="020B0604020202020204" pitchFamily="34" charset="0"/>
        </a:defRPr>
      </a:lvl4pPr>
      <a:lvl5pPr marL="1165225" indent="-179388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6">
          <p15:clr>
            <a:srgbClr val="F26B43"/>
          </p15:clr>
        </p15:guide>
        <p15:guide id="2" pos="158">
          <p15:clr>
            <a:srgbClr val="F26B43"/>
          </p15:clr>
        </p15:guide>
        <p15:guide id="3" pos="7514">
          <p15:clr>
            <a:srgbClr val="F26B43"/>
          </p15:clr>
        </p15:guide>
        <p15:guide id="4" pos="3953">
          <p15:clr>
            <a:srgbClr val="F26B43"/>
          </p15:clr>
        </p15:guide>
        <p15:guide id="6" orient="horz" pos="4133">
          <p15:clr>
            <a:srgbClr val="F26B43"/>
          </p15:clr>
        </p15:guide>
        <p15:guide id="7" pos="3716">
          <p15:clr>
            <a:srgbClr val="F26B43"/>
          </p15:clr>
        </p15:guide>
        <p15:guide id="8" orient="horz" pos="3929">
          <p15:clr>
            <a:srgbClr val="F26B43"/>
          </p15:clr>
        </p15:guide>
        <p15:guide id="9" orient="horz" pos="60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54CBBF60-332C-042E-859F-A5C619C5F3A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260765376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7772400" imgH="10058400" progId="TCLayout.ActiveDocument.1">
                  <p:embed/>
                </p:oleObj>
              </mc:Choice>
              <mc:Fallback>
                <p:oleObj name="think-cell Slide" r:id="rId28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CBBF60-332C-042E-859F-A5C619C5F3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0826" y="249926"/>
            <a:ext cx="9586415" cy="3323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451" y="959539"/>
            <a:ext cx="11518145" cy="504014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4E9977-C3E2-4A29-A565-FFA15C7CA5E3}"/>
              </a:ext>
            </a:extLst>
          </p:cNvPr>
          <p:cNvSpPr txBox="1"/>
          <p:nvPr userDrawn="1"/>
        </p:nvSpPr>
        <p:spPr>
          <a:xfrm>
            <a:off x="11158230" y="6548967"/>
            <a:ext cx="699337" cy="14356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sz="900">
                <a:latin typeface="+mn-lt"/>
                <a:cs typeface="Arial" panose="020B0604020202020204" pitchFamily="34" charset="0"/>
              </a:rPr>
              <a:t>© Zurich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1DD3C19F-8057-4A4E-9322-AA44FA531B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4FBF57-A2D1-DDC1-5FE0-6A451C0AD1DD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16363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443624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  <p:sldLayoutId id="2147483904" r:id="rId12"/>
    <p:sldLayoutId id="2147483905" r:id="rId13"/>
    <p:sldLayoutId id="2147483906" r:id="rId14"/>
    <p:sldLayoutId id="2147483907" r:id="rId15"/>
    <p:sldLayoutId id="2147483908" r:id="rId16"/>
    <p:sldLayoutId id="2147483909" r:id="rId17"/>
    <p:sldLayoutId id="2147483910" r:id="rId18"/>
    <p:sldLayoutId id="2147483911" r:id="rId19"/>
    <p:sldLayoutId id="2147483912" r:id="rId20"/>
    <p:sldLayoutId id="2147483913" r:id="rId21"/>
    <p:sldLayoutId id="2147483914" r:id="rId22"/>
    <p:sldLayoutId id="2147483915" r:id="rId23"/>
    <p:sldLayoutId id="2147483916" r:id="rId24"/>
    <p:sldLayoutId id="2147483917" r:id="rId25"/>
  </p:sldLayoutIdLs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68288" indent="-268288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Arial" panose="020B0604020202020204" pitchFamily="34" charset="0"/>
        </a:defRPr>
      </a:lvl1pPr>
      <a:lvl2pPr marL="447675" indent="-207963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−"/>
        <a:defRPr sz="1600" kern="1200">
          <a:solidFill>
            <a:schemeClr val="accent1"/>
          </a:solidFill>
          <a:latin typeface="+mn-lt"/>
          <a:ea typeface="+mn-ea"/>
          <a:cs typeface="Arial" panose="020B0604020202020204" pitchFamily="34" charset="0"/>
        </a:defRPr>
      </a:lvl2pPr>
      <a:lvl3pPr marL="719138" indent="-180975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−"/>
        <a:defRPr sz="1400" kern="1200">
          <a:solidFill>
            <a:schemeClr val="accent1"/>
          </a:solidFill>
          <a:latin typeface="+mn-lt"/>
          <a:ea typeface="+mn-ea"/>
          <a:cs typeface="Arial" panose="020B0604020202020204" pitchFamily="34" charset="0"/>
        </a:defRPr>
      </a:lvl3pPr>
      <a:lvl4pPr marL="896938" indent="-17780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−"/>
        <a:defRPr sz="1200" kern="1200">
          <a:solidFill>
            <a:schemeClr val="accent1"/>
          </a:solidFill>
          <a:latin typeface="+mn-lt"/>
          <a:ea typeface="+mn-ea"/>
          <a:cs typeface="Arial" panose="020B0604020202020204" pitchFamily="34" charset="0"/>
        </a:defRPr>
      </a:lvl4pPr>
      <a:lvl5pPr marL="1165225" indent="-179388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2">
          <p15:clr>
            <a:srgbClr val="F26B43"/>
          </p15:clr>
        </p15:guide>
        <p15:guide id="2" pos="158">
          <p15:clr>
            <a:srgbClr val="F26B43"/>
          </p15:clr>
        </p15:guide>
        <p15:guide id="3" pos="5602">
          <p15:clr>
            <a:srgbClr val="F26B43"/>
          </p15:clr>
        </p15:guide>
        <p15:guide id="4" pos="4898">
          <p15:clr>
            <a:srgbClr val="F26B43"/>
          </p15:clr>
        </p15:guide>
        <p15:guide id="5" orient="horz" pos="599">
          <p15:clr>
            <a:srgbClr val="F26B43"/>
          </p15:clr>
        </p15:guide>
        <p15:guide id="6" orient="horz" pos="3094">
          <p15:clr>
            <a:srgbClr val="F26B43"/>
          </p15:clr>
        </p15:guide>
        <p15:guide id="7" pos="4693">
          <p15:clr>
            <a:srgbClr val="F26B43"/>
          </p15:clr>
        </p15:guide>
        <p15:guide id="8" orient="horz" pos="298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Object 19" hidden="1">
            <a:extLst>
              <a:ext uri="{FF2B5EF4-FFF2-40B4-BE49-F238E27FC236}">
                <a16:creationId xmlns:a16="http://schemas.microsoft.com/office/drawing/2014/main" id="{9744A14C-A64C-0BD4-4306-BBB8201349B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6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7772400" imgH="10058400" progId="TCLayout.ActiveDocument.1">
                  <p:embed/>
                </p:oleObj>
              </mc:Choice>
              <mc:Fallback>
                <p:oleObj name="think-cell Slide" r:id="rId27" imgW="7772400" imgH="10058400" progId="TCLayout.ActiveDocument.1">
                  <p:embed/>
                  <p:pic>
                    <p:nvPicPr>
                      <p:cNvPr id="20" name="Object 19" hidden="1">
                        <a:extLst>
                          <a:ext uri="{FF2B5EF4-FFF2-40B4-BE49-F238E27FC236}">
                            <a16:creationId xmlns:a16="http://schemas.microsoft.com/office/drawing/2014/main" id="{9744A14C-A64C-0BD4-4306-BBB8201349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0826" y="249926"/>
            <a:ext cx="9586415" cy="3046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0825" y="961200"/>
            <a:ext cx="11677649" cy="527841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04512" y="6564842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4E9977-C3E2-4A29-A565-FFA15C7CA5E3}"/>
              </a:ext>
            </a:extLst>
          </p:cNvPr>
          <p:cNvSpPr txBox="1"/>
          <p:nvPr userDrawn="1"/>
        </p:nvSpPr>
        <p:spPr>
          <a:xfrm>
            <a:off x="11158230" y="6548967"/>
            <a:ext cx="699337" cy="14356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sz="900">
                <a:latin typeface="+mn-lt"/>
                <a:cs typeface="Arial" panose="020B0604020202020204" pitchFamily="34" charset="0"/>
              </a:rPr>
              <a:t>© Zurich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1DD3C19F-8057-4A4E-9322-AA44FA531B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64842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D2A5285-2B80-6A7D-13F7-878BED2F3A7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91ADB3-C10D-5DE2-A847-183B016ED22B}"/>
              </a:ext>
            </a:extLst>
          </p:cNvPr>
          <p:cNvSpPr txBox="1"/>
          <p:nvPr userDrawn="1"/>
        </p:nvSpPr>
        <p:spPr>
          <a:xfrm>
            <a:off x="169180" y="6460193"/>
            <a:ext cx="850862" cy="371998"/>
          </a:xfrm>
          <a:prstGeom prst="rect">
            <a:avLst/>
          </a:prstGeom>
          <a:noFill/>
        </p:spPr>
        <p:txBody>
          <a:bodyPr wrap="square" lIns="108000" tIns="108000" rIns="108000" bIns="108000" rtlCol="0">
            <a:spAutoFit/>
          </a:bodyPr>
          <a:lstStyle/>
          <a:p>
            <a:pPr algn="l"/>
            <a:r>
              <a:rPr lang="en-GB" sz="1000">
                <a:solidFill>
                  <a:schemeClr val="tx1"/>
                </a:solidFill>
              </a:rPr>
              <a:t>Public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FE573D-B012-BB8B-7D71-3CCD7F54292D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16363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053114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20" r:id="rId2"/>
    <p:sldLayoutId id="2147483921" r:id="rId3"/>
    <p:sldLayoutId id="2147483922" r:id="rId4"/>
    <p:sldLayoutId id="2147483923" r:id="rId5"/>
    <p:sldLayoutId id="2147483924" r:id="rId6"/>
    <p:sldLayoutId id="2147483925" r:id="rId7"/>
    <p:sldLayoutId id="2147483926" r:id="rId8"/>
    <p:sldLayoutId id="2147483927" r:id="rId9"/>
    <p:sldLayoutId id="2147483928" r:id="rId10"/>
    <p:sldLayoutId id="2147483929" r:id="rId11"/>
    <p:sldLayoutId id="2147483930" r:id="rId12"/>
    <p:sldLayoutId id="2147483931" r:id="rId13"/>
    <p:sldLayoutId id="2147483932" r:id="rId14"/>
    <p:sldLayoutId id="2147483933" r:id="rId15"/>
    <p:sldLayoutId id="2147483934" r:id="rId16"/>
    <p:sldLayoutId id="2147483935" r:id="rId17"/>
    <p:sldLayoutId id="2147483936" r:id="rId18"/>
    <p:sldLayoutId id="2147483937" r:id="rId19"/>
    <p:sldLayoutId id="2147483938" r:id="rId20"/>
    <p:sldLayoutId id="2147483940" r:id="rId21"/>
    <p:sldLayoutId id="2147483941" r:id="rId22"/>
    <p:sldLayoutId id="2147483942" r:id="rId23"/>
    <p:sldLayoutId id="2147483943" r:id="rId24"/>
  </p:sldLayoutIdLs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accent1"/>
          </a:solidFill>
          <a:latin typeface="+mn-lt"/>
          <a:ea typeface="+mj-ea"/>
          <a:cs typeface="Arial" panose="020B0604020202020204" pitchFamily="34" charset="0"/>
        </a:defRPr>
      </a:lvl1pPr>
    </p:titleStyle>
    <p:bodyStyle>
      <a:lvl1pPr marL="268288" indent="-268288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Arial" panose="020B0604020202020204" pitchFamily="34" charset="0"/>
        </a:defRPr>
      </a:lvl1pPr>
      <a:lvl2pPr marL="447675" indent="-207963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−"/>
        <a:defRPr sz="1600" kern="1200">
          <a:solidFill>
            <a:schemeClr val="accent1"/>
          </a:solidFill>
          <a:latin typeface="+mn-lt"/>
          <a:ea typeface="+mn-ea"/>
          <a:cs typeface="Arial" panose="020B0604020202020204" pitchFamily="34" charset="0"/>
        </a:defRPr>
      </a:lvl2pPr>
      <a:lvl3pPr marL="719138" indent="-180975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−"/>
        <a:defRPr sz="1400" kern="1200">
          <a:solidFill>
            <a:schemeClr val="accent1"/>
          </a:solidFill>
          <a:latin typeface="+mn-lt"/>
          <a:ea typeface="+mn-ea"/>
          <a:cs typeface="Arial" panose="020B0604020202020204" pitchFamily="34" charset="0"/>
        </a:defRPr>
      </a:lvl3pPr>
      <a:lvl4pPr marL="896938" indent="-17780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−"/>
        <a:defRPr sz="1200" kern="1200">
          <a:solidFill>
            <a:schemeClr val="accent1"/>
          </a:solidFill>
          <a:latin typeface="+mn-lt"/>
          <a:ea typeface="+mn-ea"/>
          <a:cs typeface="Arial" panose="020B0604020202020204" pitchFamily="34" charset="0"/>
        </a:defRPr>
      </a:lvl4pPr>
      <a:lvl5pPr marL="1165225" indent="-179388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6">
          <p15:clr>
            <a:srgbClr val="F26B43"/>
          </p15:clr>
        </p15:guide>
        <p15:guide id="2" pos="158">
          <p15:clr>
            <a:srgbClr val="F26B43"/>
          </p15:clr>
        </p15:guide>
        <p15:guide id="3" pos="7514">
          <p15:clr>
            <a:srgbClr val="F26B43"/>
          </p15:clr>
        </p15:guide>
        <p15:guide id="4" pos="3953">
          <p15:clr>
            <a:srgbClr val="F26B43"/>
          </p15:clr>
        </p15:guide>
        <p15:guide id="6" orient="horz" pos="4133">
          <p15:clr>
            <a:srgbClr val="F26B43"/>
          </p15:clr>
        </p15:guide>
        <p15:guide id="7" pos="3716">
          <p15:clr>
            <a:srgbClr val="F26B43"/>
          </p15:clr>
        </p15:guide>
        <p15:guide id="8" orient="horz" pos="3929">
          <p15:clr>
            <a:srgbClr val="F26B43"/>
          </p15:clr>
        </p15:guide>
        <p15:guide id="9" orient="horz" pos="60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3.xml"/><Relationship Id="rId5" Type="http://schemas.openxmlformats.org/officeDocument/2006/relationships/image" Target="../media/image35.png"/><Relationship Id="rId4" Type="http://schemas.openxmlformats.org/officeDocument/2006/relationships/image" Target="../media/image3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A3687523-3C86-B653-F0B8-F568FCE770C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9518694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3687523-3C86-B653-F0B8-F568FCE770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7A8C4269-F5ED-069F-2149-1B175C8E43B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9267" y="292026"/>
            <a:ext cx="1552540" cy="1366876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BA14377-6C45-71F3-4A4A-15834A446A9F}"/>
              </a:ext>
            </a:extLst>
          </p:cNvPr>
          <p:cNvSpPr/>
          <p:nvPr/>
        </p:nvSpPr>
        <p:spPr>
          <a:xfrm>
            <a:off x="210193" y="224989"/>
            <a:ext cx="5124679" cy="4978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/>
            <a:endParaRPr lang="en-US" sz="100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48B95EC-1FDF-DEAF-FF27-4A70587A74D5}"/>
              </a:ext>
            </a:extLst>
          </p:cNvPr>
          <p:cNvSpPr/>
          <p:nvPr/>
        </p:nvSpPr>
        <p:spPr>
          <a:xfrm>
            <a:off x="5506720" y="224989"/>
            <a:ext cx="4712354" cy="4978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/>
            <a:endParaRPr lang="en-US" sz="1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83408B-6A07-04D1-FBE7-F07D6F45D95A}"/>
              </a:ext>
            </a:extLst>
          </p:cNvPr>
          <p:cNvSpPr txBox="1"/>
          <p:nvPr/>
        </p:nvSpPr>
        <p:spPr>
          <a:xfrm>
            <a:off x="288115" y="147117"/>
            <a:ext cx="1181515" cy="356609"/>
          </a:xfrm>
          <a:prstGeom prst="rect">
            <a:avLst/>
          </a:prstGeom>
          <a:noFill/>
        </p:spPr>
        <p:txBody>
          <a:bodyPr wrap="none" lIns="108000" tIns="108000" rIns="108000" bIns="108000" rtlCol="0">
            <a:spAutoFit/>
          </a:bodyPr>
          <a:lstStyle/>
          <a:p>
            <a:pPr algn="l"/>
            <a:r>
              <a:rPr lang="en-US" sz="900">
                <a:solidFill>
                  <a:schemeClr val="accent1"/>
                </a:solidFill>
                <a:latin typeface="+mj-lt"/>
              </a:rPr>
              <a:t>Name of the Team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CE5A08-36DB-1EF6-F787-C0ECACEC4720}"/>
              </a:ext>
            </a:extLst>
          </p:cNvPr>
          <p:cNvSpPr txBox="1"/>
          <p:nvPr/>
        </p:nvSpPr>
        <p:spPr>
          <a:xfrm>
            <a:off x="5622987" y="147117"/>
            <a:ext cx="1215177" cy="356609"/>
          </a:xfrm>
          <a:prstGeom prst="rect">
            <a:avLst/>
          </a:prstGeom>
          <a:noFill/>
        </p:spPr>
        <p:txBody>
          <a:bodyPr wrap="none" lIns="108000" tIns="108000" rIns="108000" bIns="108000" rtlCol="0">
            <a:spAutoFit/>
          </a:bodyPr>
          <a:lstStyle/>
          <a:p>
            <a:pPr algn="l"/>
            <a:r>
              <a:rPr lang="en-US" sz="900">
                <a:solidFill>
                  <a:schemeClr val="accent1"/>
                </a:solidFill>
                <a:latin typeface="+mj-lt"/>
              </a:rPr>
              <a:t>Selected Use Case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57014F-A641-49BB-0489-6EBE4E91DB27}"/>
              </a:ext>
            </a:extLst>
          </p:cNvPr>
          <p:cNvSpPr txBox="1"/>
          <p:nvPr/>
        </p:nvSpPr>
        <p:spPr>
          <a:xfrm>
            <a:off x="292889" y="343137"/>
            <a:ext cx="4980068" cy="379692"/>
          </a:xfrm>
          <a:prstGeom prst="rect">
            <a:avLst/>
          </a:prstGeom>
          <a:noFill/>
        </p:spPr>
        <p:txBody>
          <a:bodyPr wrap="square" lIns="108000" tIns="108000" rIns="108000" bIns="108000" rtlCol="0">
            <a:spAutoFit/>
          </a:bodyPr>
          <a:lstStyle/>
          <a:p>
            <a:r>
              <a:rPr lang="en-US" sz="1050" dirty="0">
                <a:solidFill>
                  <a:schemeClr val="accent1"/>
                </a:solidFill>
              </a:rPr>
              <a:t>EOSAI – Alicia Sanchez Lorente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69F9A5-B361-632A-9968-891E206BD0CC}"/>
              </a:ext>
            </a:extLst>
          </p:cNvPr>
          <p:cNvSpPr txBox="1"/>
          <p:nvPr/>
        </p:nvSpPr>
        <p:spPr>
          <a:xfrm>
            <a:off x="5641953" y="343137"/>
            <a:ext cx="4322929" cy="541275"/>
          </a:xfrm>
          <a:prstGeom prst="rect">
            <a:avLst/>
          </a:prstGeom>
          <a:noFill/>
        </p:spPr>
        <p:txBody>
          <a:bodyPr wrap="square" lIns="108000" tIns="108000" rIns="108000" bIns="108000" rtlCol="0">
            <a:spAutoFit/>
          </a:bodyPr>
          <a:lstStyle/>
          <a:p>
            <a:r>
              <a:rPr lang="en-GB" sz="1050" dirty="0" err="1">
                <a:solidFill>
                  <a:schemeClr val="accent1"/>
                </a:solidFill>
              </a:rPr>
              <a:t>CI_Data_Insights</a:t>
            </a:r>
            <a:r>
              <a:rPr lang="en-GB" sz="1050" dirty="0">
                <a:solidFill>
                  <a:schemeClr val="accent1"/>
                </a:solidFill>
              </a:rPr>
              <a:t> — Leveraging Historical Data to Improve New Business Decisions</a:t>
            </a:r>
            <a:endParaRPr lang="en-US" sz="1050" dirty="0">
              <a:solidFill>
                <a:schemeClr val="accent1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4C315B3-AB24-7D7B-F9D5-AB98AC2D81B0}"/>
              </a:ext>
            </a:extLst>
          </p:cNvPr>
          <p:cNvSpPr/>
          <p:nvPr/>
        </p:nvSpPr>
        <p:spPr>
          <a:xfrm>
            <a:off x="210192" y="995355"/>
            <a:ext cx="5124679" cy="806623"/>
          </a:xfrm>
          <a:prstGeom prst="roundRect">
            <a:avLst>
              <a:gd name="adj" fmla="val 984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/>
            <a:endParaRPr lang="en-US" sz="10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01A3FE-0799-C7F0-6314-B9E6B3E8E0A7}"/>
              </a:ext>
            </a:extLst>
          </p:cNvPr>
          <p:cNvSpPr txBox="1"/>
          <p:nvPr/>
        </p:nvSpPr>
        <p:spPr>
          <a:xfrm>
            <a:off x="288115" y="933954"/>
            <a:ext cx="1037244" cy="356609"/>
          </a:xfrm>
          <a:prstGeom prst="rect">
            <a:avLst/>
          </a:prstGeom>
          <a:noFill/>
        </p:spPr>
        <p:txBody>
          <a:bodyPr wrap="none" lIns="108000" tIns="108000" rIns="108000" bIns="108000" rtlCol="0">
            <a:spAutoFit/>
          </a:bodyPr>
          <a:lstStyle/>
          <a:p>
            <a:pPr algn="l"/>
            <a:r>
              <a:rPr lang="en-US" sz="900">
                <a:solidFill>
                  <a:schemeClr val="accent1"/>
                </a:solidFill>
                <a:latin typeface="+mj-lt"/>
              </a:rPr>
              <a:t>Team Members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1BF664-74E8-50FF-5596-62DC359E300C}"/>
              </a:ext>
            </a:extLst>
          </p:cNvPr>
          <p:cNvSpPr txBox="1"/>
          <p:nvPr/>
        </p:nvSpPr>
        <p:spPr>
          <a:xfrm>
            <a:off x="292889" y="1112258"/>
            <a:ext cx="4980068" cy="379692"/>
          </a:xfrm>
          <a:prstGeom prst="rect">
            <a:avLst/>
          </a:prstGeom>
          <a:noFill/>
        </p:spPr>
        <p:txBody>
          <a:bodyPr wrap="square" lIns="108000" tIns="108000" rIns="108000" bIns="108000" rtlCol="0">
            <a:spAutoFit/>
          </a:bodyPr>
          <a:lstStyle/>
          <a:p>
            <a:r>
              <a:rPr lang="en-US" sz="1050" dirty="0">
                <a:solidFill>
                  <a:schemeClr val="accent1"/>
                </a:solidFill>
              </a:rPr>
              <a:t>Alicia Sanchez Lorente · a.sanchezlorente@zurich.com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B3B9797-3BC1-A579-A4BF-5C3E2ED87A2D}"/>
              </a:ext>
            </a:extLst>
          </p:cNvPr>
          <p:cNvSpPr/>
          <p:nvPr/>
        </p:nvSpPr>
        <p:spPr>
          <a:xfrm>
            <a:off x="210192" y="2024151"/>
            <a:ext cx="11771615" cy="1366876"/>
          </a:xfrm>
          <a:prstGeom prst="roundRect">
            <a:avLst>
              <a:gd name="adj" fmla="val 643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/>
            <a:endParaRPr lang="en-US" sz="10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D14813-06F5-4BF6-3866-C809CC69098E}"/>
              </a:ext>
            </a:extLst>
          </p:cNvPr>
          <p:cNvSpPr txBox="1"/>
          <p:nvPr/>
        </p:nvSpPr>
        <p:spPr>
          <a:xfrm>
            <a:off x="288115" y="1962749"/>
            <a:ext cx="9800861" cy="772107"/>
          </a:xfrm>
          <a:prstGeom prst="rect">
            <a:avLst/>
          </a:prstGeom>
          <a:noFill/>
        </p:spPr>
        <p:txBody>
          <a:bodyPr wrap="square" lIns="108000" tIns="108000" rIns="108000" bIns="108000" rtlCol="0" anchor="t">
            <a:spAutoFit/>
          </a:bodyPr>
          <a:lstStyle/>
          <a:p>
            <a:pPr algn="l"/>
            <a:r>
              <a:rPr lang="en-US" sz="900" dirty="0">
                <a:solidFill>
                  <a:schemeClr val="accent1"/>
                </a:solidFill>
                <a:latin typeface="+mj-lt"/>
              </a:rPr>
              <a:t>How your approach is solving the problem</a:t>
            </a:r>
          </a:p>
          <a:p>
            <a:endParaRPr lang="en-US" sz="900" dirty="0">
              <a:solidFill>
                <a:schemeClr val="accent1"/>
              </a:solidFill>
              <a:latin typeface="Zurich Sans Medium"/>
              <a:ea typeface="+mn-lt"/>
              <a:cs typeface="+mn-lt"/>
            </a:endParaRPr>
          </a:p>
          <a:p>
            <a:r>
              <a:rPr lang="en-GB" sz="900" dirty="0">
                <a:solidFill>
                  <a:schemeClr val="accent1"/>
                </a:solidFill>
                <a:latin typeface="Zurich Sans Medium"/>
              </a:rPr>
              <a:t>EOS AI applies renewal-like intelligence to New Business decisions. When a UW receives a repeat submission, the agent surfaces full historical context, delta analysis, structural peers from a Knowledge Graph, and a risk score grounded in Zurich UW guidelines — all in under 3 minutes.</a:t>
            </a:r>
            <a:endParaRPr lang="en-US" sz="900" dirty="0">
              <a:solidFill>
                <a:schemeClr val="accent1"/>
              </a:solidFill>
              <a:latin typeface="Zurich Sans Medium"/>
            </a:endParaRP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A7F68A4A-DB35-A90D-8940-F0AB71F95A82}"/>
              </a:ext>
            </a:extLst>
          </p:cNvPr>
          <p:cNvSpPr/>
          <p:nvPr/>
        </p:nvSpPr>
        <p:spPr>
          <a:xfrm>
            <a:off x="210192" y="3557461"/>
            <a:ext cx="11771615" cy="1366876"/>
          </a:xfrm>
          <a:prstGeom prst="roundRect">
            <a:avLst>
              <a:gd name="adj" fmla="val 527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r>
              <a:rPr lang="en-GB" sz="900" dirty="0">
                <a:solidFill>
                  <a:schemeClr val="accent1"/>
                </a:solidFill>
                <a:latin typeface="Zurich Sans Medium"/>
              </a:rPr>
              <a:t>9,078 repeat customers identified (34% of book). Bind Rate validation: FAST_TRACK binds at 68% · STANDARD_UW 41% · FRESH_UW 12%. 18-tool </a:t>
            </a:r>
            <a:r>
              <a:rPr lang="en-GB" sz="900" dirty="0" err="1">
                <a:solidFill>
                  <a:schemeClr val="accent1"/>
                </a:solidFill>
                <a:latin typeface="Zurich Sans Medium"/>
              </a:rPr>
              <a:t>ReAct</a:t>
            </a:r>
            <a:r>
              <a:rPr lang="en-GB" sz="900" dirty="0">
                <a:solidFill>
                  <a:schemeClr val="accent1"/>
                </a:solidFill>
                <a:latin typeface="Zurich Sans Medium"/>
              </a:rPr>
              <a:t> agent operational with parallel execution. EU AI Act Art.10/12/13/14 compliant. Knowledge Graph with 10,232 nodes and 36,312 edges operational.</a:t>
            </a:r>
            <a:endParaRPr lang="en-US" sz="900" dirty="0">
              <a:solidFill>
                <a:schemeClr val="accent1"/>
              </a:solidFill>
              <a:latin typeface="Zurich Sans Medium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2CAC98A-262F-B692-73EE-9C8831036B0B}"/>
              </a:ext>
            </a:extLst>
          </p:cNvPr>
          <p:cNvSpPr txBox="1"/>
          <p:nvPr/>
        </p:nvSpPr>
        <p:spPr>
          <a:xfrm>
            <a:off x="288115" y="3496059"/>
            <a:ext cx="2165758" cy="356609"/>
          </a:xfrm>
          <a:prstGeom prst="rect">
            <a:avLst/>
          </a:prstGeom>
          <a:noFill/>
        </p:spPr>
        <p:txBody>
          <a:bodyPr wrap="none" lIns="108000" tIns="108000" rIns="108000" bIns="108000" rtlCol="0">
            <a:spAutoFit/>
          </a:bodyPr>
          <a:lstStyle/>
          <a:p>
            <a:pPr algn="l"/>
            <a:r>
              <a:rPr lang="en-US" sz="900">
                <a:solidFill>
                  <a:schemeClr val="accent1"/>
                </a:solidFill>
                <a:latin typeface="+mj-lt"/>
              </a:rPr>
              <a:t>What the results of the prototype are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08F7B20C-2F53-04E1-AF63-0BD7BE7AE997}"/>
              </a:ext>
            </a:extLst>
          </p:cNvPr>
          <p:cNvSpPr/>
          <p:nvPr/>
        </p:nvSpPr>
        <p:spPr>
          <a:xfrm>
            <a:off x="210191" y="5147987"/>
            <a:ext cx="11771615" cy="1366876"/>
          </a:xfrm>
          <a:prstGeom prst="roundRect">
            <a:avLst>
              <a:gd name="adj" fmla="val 76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r>
              <a:rPr lang="en-US" sz="1000" b="1" dirty="0">
                <a:solidFill>
                  <a:schemeClr val="accent1"/>
                </a:solidFill>
              </a:rPr>
              <a:t>Phase 3 multi-agent system, feedback loop from UW decisions, temporal Knowledge Graph, EU AI Act Art. 43 conformity assessment, production infrastructure (PostgreSQL, React, K8s).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1BA8038-D16B-D511-BDEF-668D460B9735}"/>
              </a:ext>
            </a:extLst>
          </p:cNvPr>
          <p:cNvSpPr txBox="1"/>
          <p:nvPr/>
        </p:nvSpPr>
        <p:spPr>
          <a:xfrm>
            <a:off x="288115" y="5029369"/>
            <a:ext cx="2768488" cy="356609"/>
          </a:xfrm>
          <a:prstGeom prst="rect">
            <a:avLst/>
          </a:prstGeom>
          <a:noFill/>
        </p:spPr>
        <p:txBody>
          <a:bodyPr wrap="none" lIns="108000" tIns="108000" rIns="108000" bIns="108000" rtlCol="0">
            <a:spAutoFit/>
          </a:bodyPr>
          <a:lstStyle/>
          <a:p>
            <a:pPr algn="l"/>
            <a:r>
              <a:rPr lang="en-US" sz="900">
                <a:solidFill>
                  <a:schemeClr val="accent1"/>
                </a:solidFill>
                <a:latin typeface="+mj-lt"/>
              </a:rPr>
              <a:t>What are the next steps for scaling your solution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29C323FF-7B45-D710-A42F-84A0F8DAEB72}"/>
              </a:ext>
            </a:extLst>
          </p:cNvPr>
          <p:cNvSpPr/>
          <p:nvPr/>
        </p:nvSpPr>
        <p:spPr>
          <a:xfrm>
            <a:off x="5506721" y="995355"/>
            <a:ext cx="4712354" cy="806623"/>
          </a:xfrm>
          <a:prstGeom prst="roundRect">
            <a:avLst>
              <a:gd name="adj" fmla="val 984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/>
            <a:endParaRPr lang="en-US" sz="100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EABB760-3AED-10D0-A241-34FAC0ACA4B0}"/>
              </a:ext>
            </a:extLst>
          </p:cNvPr>
          <p:cNvSpPr txBox="1"/>
          <p:nvPr/>
        </p:nvSpPr>
        <p:spPr>
          <a:xfrm>
            <a:off x="5584643" y="933954"/>
            <a:ext cx="1824318" cy="356609"/>
          </a:xfrm>
          <a:prstGeom prst="rect">
            <a:avLst/>
          </a:prstGeom>
          <a:noFill/>
        </p:spPr>
        <p:txBody>
          <a:bodyPr wrap="none" lIns="108000" tIns="108000" rIns="108000" bIns="108000" rtlCol="0">
            <a:spAutoFit/>
          </a:bodyPr>
          <a:lstStyle/>
          <a:p>
            <a:pPr algn="l"/>
            <a:r>
              <a:rPr lang="en-US" sz="900">
                <a:solidFill>
                  <a:schemeClr val="accent1"/>
                </a:solidFill>
                <a:latin typeface="+mj-lt"/>
              </a:rPr>
              <a:t>Main learning from experience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0637673-4DC8-D15B-8351-DF519F00A81E}"/>
              </a:ext>
            </a:extLst>
          </p:cNvPr>
          <p:cNvSpPr txBox="1"/>
          <p:nvPr/>
        </p:nvSpPr>
        <p:spPr>
          <a:xfrm>
            <a:off x="5584643" y="1105568"/>
            <a:ext cx="4980068" cy="702857"/>
          </a:xfrm>
          <a:prstGeom prst="rect">
            <a:avLst/>
          </a:prstGeom>
          <a:noFill/>
        </p:spPr>
        <p:txBody>
          <a:bodyPr wrap="square" lIns="108000" tIns="108000" rIns="108000" bIns="108000" rtlCol="0" anchor="t">
            <a:spAutoFit/>
          </a:bodyPr>
          <a:lstStyle/>
          <a:p>
            <a:r>
              <a:rPr lang="en-GB" sz="1050" dirty="0">
                <a:solidFill>
                  <a:schemeClr val="accent1"/>
                </a:solidFill>
              </a:rPr>
              <a:t>Building EU AI Act compliance as an architectural concern — not a post-hoc audit — is significantly cheaper and builds UW trust from day one. MCP + </a:t>
            </a:r>
            <a:r>
              <a:rPr lang="en-GB" sz="1050" dirty="0" err="1">
                <a:solidFill>
                  <a:schemeClr val="accent1"/>
                </a:solidFill>
              </a:rPr>
              <a:t>asyncio.gather</a:t>
            </a:r>
            <a:r>
              <a:rPr lang="en-GB" sz="1050" dirty="0">
                <a:solidFill>
                  <a:schemeClr val="accent1"/>
                </a:solidFill>
              </a:rPr>
              <a:t> or tool parallelization is the right pattern for enterprise AI tooling.</a:t>
            </a:r>
            <a:endParaRPr lang="en-US" sz="105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05760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HeHI09XfiMtEH_.N.Dwe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9_Office Theme">
  <a:themeElements>
    <a:clrScheme name="Zurich 2020">
      <a:dk1>
        <a:srgbClr val="23366F"/>
      </a:dk1>
      <a:lt1>
        <a:srgbClr val="FFFFFF"/>
      </a:lt1>
      <a:dk2>
        <a:srgbClr val="23366F"/>
      </a:dk2>
      <a:lt2>
        <a:srgbClr val="1FB1E6"/>
      </a:lt2>
      <a:accent1>
        <a:srgbClr val="2167AE"/>
      </a:accent1>
      <a:accent2>
        <a:srgbClr val="91BFE3"/>
      </a:accent2>
      <a:accent3>
        <a:srgbClr val="5495CF"/>
      </a:accent3>
      <a:accent4>
        <a:srgbClr val="DAD2BD"/>
      </a:accent4>
      <a:accent5>
        <a:srgbClr val="EEF0F1"/>
      </a:accent5>
      <a:accent6>
        <a:srgbClr val="DDE4E3"/>
      </a:accent6>
      <a:hlink>
        <a:srgbClr val="1FB1E6"/>
      </a:hlink>
      <a:folHlink>
        <a:srgbClr val="1FB1E6"/>
      </a:folHlink>
    </a:clrScheme>
    <a:fontScheme name="Zurich Sans 2020">
      <a:majorFont>
        <a:latin typeface="Zurich Sans Medium"/>
        <a:ea typeface=""/>
        <a:cs typeface=""/>
      </a:majorFont>
      <a:minorFont>
        <a:latin typeface="Zurich Sans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08000" tIns="108000" rIns="108000" bIns="108000" rtlCol="0" anchor="ctr"/>
      <a:lstStyle>
        <a:defPPr algn="ctr">
          <a:defRPr sz="10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108000" tIns="108000" rIns="108000" bIns="108000" rtlCol="0">
        <a:spAutoFit/>
      </a:bodyPr>
      <a:lstStyle>
        <a:defPPr algn="l">
          <a:defRPr sz="1400" dirty="0">
            <a:solidFill>
              <a:schemeClr val="accent1"/>
            </a:solidFill>
          </a:defRPr>
        </a:defPPr>
      </a:lstStyle>
    </a:txDef>
  </a:objectDefaults>
  <a:extraClrSchemeLst/>
  <a:custClrLst>
    <a:custClr name="Azure">
      <a:srgbClr val="4870C6"/>
    </a:custClr>
    <a:custClr name="Moss">
      <a:srgbClr val="77A98A"/>
    </a:custClr>
    <a:custClr name="Teal">
      <a:srgbClr val="19BAB6"/>
    </a:custClr>
    <a:custClr name="Mint">
      <a:srgbClr val="A6E9AB"/>
    </a:custClr>
    <a:custClr name="Lime">
      <a:srgbClr val="E1EE92"/>
    </a:custClr>
    <a:custClr name="Lemon">
      <a:srgbClr val="FFF773"/>
    </a:custClr>
    <a:custClr name="Peach">
      <a:srgbClr val="FF7569"/>
    </a:custClr>
    <a:custClr name="Candy">
      <a:srgbClr val="E18EBA"/>
    </a:custClr>
    <a:custClr name="Powder Pink">
      <a:srgbClr val="FFC5EA"/>
    </a:custClr>
    <a:custClr name="Lilac">
      <a:srgbClr val="6D6BCF"/>
    </a:custClr>
  </a:custClrLst>
  <a:extLst>
    <a:ext uri="{05A4C25C-085E-4340-85A3-A5531E510DB2}">
      <thm15:themeFamily xmlns:thm15="http://schemas.microsoft.com/office/thememl/2012/main" name="Presentation1" id="{3FD83F2F-4E3D-44DD-B898-9D0027BDFDF0}" vid="{FEF1CCBB-FAA1-46AC-AD34-1485750C98FF}"/>
    </a:ext>
  </a:extLst>
</a:theme>
</file>

<file path=ppt/theme/theme2.xml><?xml version="1.0" encoding="utf-8"?>
<a:theme xmlns:a="http://schemas.openxmlformats.org/drawingml/2006/main" name="1_Office Theme">
  <a:themeElements>
    <a:clrScheme name="Custom 1">
      <a:dk1>
        <a:srgbClr val="23366F"/>
      </a:dk1>
      <a:lt1>
        <a:srgbClr val="FFFFFF"/>
      </a:lt1>
      <a:dk2>
        <a:srgbClr val="23366F"/>
      </a:dk2>
      <a:lt2>
        <a:srgbClr val="1FB1E6"/>
      </a:lt2>
      <a:accent1>
        <a:srgbClr val="2167AE"/>
      </a:accent1>
      <a:accent2>
        <a:srgbClr val="91BFE3"/>
      </a:accent2>
      <a:accent3>
        <a:srgbClr val="5495CF"/>
      </a:accent3>
      <a:accent4>
        <a:srgbClr val="DAD2BD"/>
      </a:accent4>
      <a:accent5>
        <a:srgbClr val="EEF0F1"/>
      </a:accent5>
      <a:accent6>
        <a:srgbClr val="DDE4E3"/>
      </a:accent6>
      <a:hlink>
        <a:srgbClr val="1FB1E6"/>
      </a:hlink>
      <a:folHlink>
        <a:srgbClr val="1FB1E6"/>
      </a:folHlink>
    </a:clrScheme>
    <a:fontScheme name="Zurich Sans 2020">
      <a:majorFont>
        <a:latin typeface="Zurich Sans Medium"/>
        <a:ea typeface=""/>
        <a:cs typeface=""/>
      </a:majorFont>
      <a:minorFont>
        <a:latin typeface="Zurich Sans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108000" tIns="108000" rIns="108000" bIns="108000" rtlCol="0" anchor="ctr"/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300" b="0" i="0" u="none" strike="noStrike" kern="1200" cap="none" spc="0" normalizeH="0" baseline="0" noProof="0" dirty="0">
            <a:ln>
              <a:noFill/>
            </a:ln>
            <a:solidFill>
              <a:srgbClr val="2167AE"/>
            </a:solidFill>
            <a:effectLst/>
            <a:uLnTx/>
            <a:uFillTx/>
            <a:latin typeface="Zurich Sans Light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108000" tIns="108000" rIns="108000" bIns="108000" rtlCol="0">
        <a:spAutoFit/>
      </a:bodyPr>
      <a:lstStyle>
        <a:defPPr algn="l">
          <a:defRPr sz="1400" dirty="0">
            <a:solidFill>
              <a:schemeClr val="accent1"/>
            </a:solidFill>
          </a:defRPr>
        </a:defPPr>
      </a:lstStyle>
    </a:txDef>
  </a:objectDefaults>
  <a:extraClrSchemeLst/>
  <a:custClrLst>
    <a:custClr name="Azure">
      <a:srgbClr val="4870C6"/>
    </a:custClr>
    <a:custClr name="Moss">
      <a:srgbClr val="77A98A"/>
    </a:custClr>
    <a:custClr name="Teal">
      <a:srgbClr val="19BAB6"/>
    </a:custClr>
    <a:custClr name="Mint">
      <a:srgbClr val="A6E9AB"/>
    </a:custClr>
    <a:custClr name="Lime">
      <a:srgbClr val="E1EE92"/>
    </a:custClr>
    <a:custClr name="Lemon">
      <a:srgbClr val="FFF773"/>
    </a:custClr>
    <a:custClr name="Peach">
      <a:srgbClr val="FF7569"/>
    </a:custClr>
    <a:custClr name="Candy">
      <a:srgbClr val="E18EBA"/>
    </a:custClr>
    <a:custClr name="Powder Pink">
      <a:srgbClr val="FFC5EA"/>
    </a:custClr>
    <a:custClr name="Lilac">
      <a:srgbClr val="6D6BCF"/>
    </a:custClr>
  </a:custClrLst>
  <a:extLst>
    <a:ext uri="{05A4C25C-085E-4340-85A3-A5531E510DB2}">
      <thm15:themeFamily xmlns:thm15="http://schemas.microsoft.com/office/thememl/2012/main" name="Presentation20" id="{069DD6BF-5333-9B4A-9E7C-8B4A3217E6D7}" vid="{F841C3E8-95AD-454A-B600-510121560D1D}"/>
    </a:ext>
  </a:extLst>
</a:theme>
</file>

<file path=ppt/theme/theme3.xml><?xml version="1.0" encoding="utf-8"?>
<a:theme xmlns:a="http://schemas.openxmlformats.org/drawingml/2006/main" name="2_Office Theme">
  <a:themeElements>
    <a:clrScheme name="Zurich 2020">
      <a:dk1>
        <a:srgbClr val="23366F"/>
      </a:dk1>
      <a:lt1>
        <a:srgbClr val="FFFFFF"/>
      </a:lt1>
      <a:dk2>
        <a:srgbClr val="23366F"/>
      </a:dk2>
      <a:lt2>
        <a:srgbClr val="1FB1E6"/>
      </a:lt2>
      <a:accent1>
        <a:srgbClr val="2167AE"/>
      </a:accent1>
      <a:accent2>
        <a:srgbClr val="91BFE3"/>
      </a:accent2>
      <a:accent3>
        <a:srgbClr val="5495CF"/>
      </a:accent3>
      <a:accent4>
        <a:srgbClr val="DAD2BD"/>
      </a:accent4>
      <a:accent5>
        <a:srgbClr val="EEF0F1"/>
      </a:accent5>
      <a:accent6>
        <a:srgbClr val="DDE4E3"/>
      </a:accent6>
      <a:hlink>
        <a:srgbClr val="1FB1E6"/>
      </a:hlink>
      <a:folHlink>
        <a:srgbClr val="1FB1E6"/>
      </a:folHlink>
    </a:clrScheme>
    <a:fontScheme name="Zurich Sans 2020">
      <a:majorFont>
        <a:latin typeface="Zurich Sans Medium"/>
        <a:ea typeface=""/>
        <a:cs typeface=""/>
      </a:majorFont>
      <a:minorFont>
        <a:latin typeface="Zurich Sans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08000" tIns="108000" rIns="108000" bIns="108000" rtlCol="0" anchor="ctr"/>
      <a:lstStyle>
        <a:defPPr algn="ctr">
          <a:defRPr sz="10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108000" tIns="108000" rIns="108000" bIns="108000" rtlCol="0">
        <a:spAutoFit/>
      </a:bodyPr>
      <a:lstStyle>
        <a:defPPr algn="l">
          <a:defRPr sz="1400" dirty="0">
            <a:solidFill>
              <a:schemeClr val="accent1"/>
            </a:solidFill>
          </a:defRPr>
        </a:defPPr>
      </a:lstStyle>
    </a:txDef>
  </a:objectDefaults>
  <a:extraClrSchemeLst/>
  <a:custClrLst>
    <a:custClr name="Azure">
      <a:srgbClr val="4870C6"/>
    </a:custClr>
    <a:custClr name="Moss">
      <a:srgbClr val="77A98A"/>
    </a:custClr>
    <a:custClr name="Teal">
      <a:srgbClr val="19BAB6"/>
    </a:custClr>
    <a:custClr name="Mint">
      <a:srgbClr val="A6E9AB"/>
    </a:custClr>
    <a:custClr name="Lime">
      <a:srgbClr val="E1EE92"/>
    </a:custClr>
    <a:custClr name="Lemon">
      <a:srgbClr val="FFF773"/>
    </a:custClr>
    <a:custClr name="Peach">
      <a:srgbClr val="FF7569"/>
    </a:custClr>
    <a:custClr name="Candy">
      <a:srgbClr val="E18EBA"/>
    </a:custClr>
    <a:custClr name="Powder Pink">
      <a:srgbClr val="FFC5EA"/>
    </a:custClr>
    <a:custClr name="Lilac">
      <a:srgbClr val="6D6BCF"/>
    </a:custClr>
  </a:custClrLst>
  <a:extLst>
    <a:ext uri="{05A4C25C-085E-4340-85A3-A5531E510DB2}">
      <thm15:themeFamily xmlns:thm15="http://schemas.microsoft.com/office/thememl/2012/main" name="Global-template-ZurichSans.potx" id="{586032CB-FE37-4F44-BF5D-3CD47A3D4690}" vid="{37B8513E-E46E-4632-8150-F459848A6661}"/>
    </a:ext>
  </a:extLst>
</a:theme>
</file>

<file path=ppt/theme/theme4.xml><?xml version="1.0" encoding="utf-8"?>
<a:theme xmlns:a="http://schemas.openxmlformats.org/drawingml/2006/main" name="3_Office Theme">
  <a:themeElements>
    <a:clrScheme name="Custom 1">
      <a:dk1>
        <a:srgbClr val="23366F"/>
      </a:dk1>
      <a:lt1>
        <a:srgbClr val="FFFFFF"/>
      </a:lt1>
      <a:dk2>
        <a:srgbClr val="23366F"/>
      </a:dk2>
      <a:lt2>
        <a:srgbClr val="1FB1E6"/>
      </a:lt2>
      <a:accent1>
        <a:srgbClr val="2167AE"/>
      </a:accent1>
      <a:accent2>
        <a:srgbClr val="91BFE3"/>
      </a:accent2>
      <a:accent3>
        <a:srgbClr val="5495CF"/>
      </a:accent3>
      <a:accent4>
        <a:srgbClr val="DAD2BD"/>
      </a:accent4>
      <a:accent5>
        <a:srgbClr val="EEF0F1"/>
      </a:accent5>
      <a:accent6>
        <a:srgbClr val="DDE4E3"/>
      </a:accent6>
      <a:hlink>
        <a:srgbClr val="1FB1E6"/>
      </a:hlink>
      <a:folHlink>
        <a:srgbClr val="1FB1E6"/>
      </a:folHlink>
    </a:clrScheme>
    <a:fontScheme name="Zurich Sans 2020">
      <a:majorFont>
        <a:latin typeface="Zurich Sans Medium"/>
        <a:ea typeface=""/>
        <a:cs typeface=""/>
      </a:majorFont>
      <a:minorFont>
        <a:latin typeface="Zurich Sans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108000" tIns="108000" rIns="108000" bIns="108000" rtlCol="0" anchor="ctr"/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300" b="0" i="0" u="none" strike="noStrike" kern="1200" cap="none" spc="0" normalizeH="0" baseline="0" noProof="0" dirty="0">
            <a:ln>
              <a:noFill/>
            </a:ln>
            <a:solidFill>
              <a:srgbClr val="2167AE"/>
            </a:solidFill>
            <a:effectLst/>
            <a:uLnTx/>
            <a:uFillTx/>
            <a:latin typeface="Zurich Sans Light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108000" tIns="108000" rIns="108000" bIns="108000" rtlCol="0">
        <a:spAutoFit/>
      </a:bodyPr>
      <a:lstStyle>
        <a:defPPr algn="l">
          <a:defRPr sz="1400" dirty="0">
            <a:solidFill>
              <a:schemeClr val="accent1"/>
            </a:solidFill>
          </a:defRPr>
        </a:defPPr>
      </a:lstStyle>
    </a:txDef>
  </a:objectDefaults>
  <a:extraClrSchemeLst/>
  <a:custClrLst>
    <a:custClr name="Azure">
      <a:srgbClr val="4870C6"/>
    </a:custClr>
    <a:custClr name="Moss">
      <a:srgbClr val="77A98A"/>
    </a:custClr>
    <a:custClr name="Teal">
      <a:srgbClr val="19BAB6"/>
    </a:custClr>
    <a:custClr name="Mint">
      <a:srgbClr val="A6E9AB"/>
    </a:custClr>
    <a:custClr name="Lime">
      <a:srgbClr val="E1EE92"/>
    </a:custClr>
    <a:custClr name="Lemon">
      <a:srgbClr val="FFF773"/>
    </a:custClr>
    <a:custClr name="Peach">
      <a:srgbClr val="FF7569"/>
    </a:custClr>
    <a:custClr name="Candy">
      <a:srgbClr val="E18EBA"/>
    </a:custClr>
    <a:custClr name="Powder Pink">
      <a:srgbClr val="FFC5EA"/>
    </a:custClr>
    <a:custClr name="Lilac">
      <a:srgbClr val="6D6BCF"/>
    </a:custClr>
  </a:custClrLst>
  <a:extLst>
    <a:ext uri="{05A4C25C-085E-4340-85A3-A5531E510DB2}">
      <thm15:themeFamily xmlns:thm15="http://schemas.microsoft.com/office/thememl/2012/main" name="Presentation20" id="{069DD6BF-5333-9B4A-9E7C-8B4A3217E6D7}" vid="{F841C3E8-95AD-454A-B600-510121560D1D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FE441F8-6F28-4CB8-AA33-D87452D00F56}">
  <we:reference id="c08a5a11-2a3e-44ff-83ad-a24654290e73" version="1.0.0.9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378C5E405326A4EB53D0E6E2E3AB650" ma:contentTypeVersion="10" ma:contentTypeDescription="Crear nuevo documento." ma:contentTypeScope="" ma:versionID="5d93e12345f0cec821ff1f62bed849d7">
  <xsd:schema xmlns:xsd="http://www.w3.org/2001/XMLSchema" xmlns:xs="http://www.w3.org/2001/XMLSchema" xmlns:p="http://schemas.microsoft.com/office/2006/metadata/properties" xmlns:ns2="2d816db4-3e27-4d95-86c0-919c7ddf00f8" targetNamespace="http://schemas.microsoft.com/office/2006/metadata/properties" ma:root="true" ma:fieldsID="ff97f0c493443f7fef19f2f20a77eb02" ns2:_="">
    <xsd:import namespace="2d816db4-3e27-4d95-86c0-919c7ddf00f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MediaServiceLocation" minOccurs="0"/>
                <xsd:element ref="ns2:prev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816db4-3e27-4d95-86c0-919c7ddf00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prev" ma:index="17" nillable="true" ma:displayName="prev" ma:format="Thumbnail" ma:internalName="prev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rev xmlns="2d816db4-3e27-4d95-86c0-919c7ddf00f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58E0594-6381-49E8-ACEB-FF23A3B0CA64}"/>
</file>

<file path=customXml/itemProps2.xml><?xml version="1.0" encoding="utf-8"?>
<ds:datastoreItem xmlns:ds="http://schemas.openxmlformats.org/officeDocument/2006/customXml" ds:itemID="{309DCF82-2108-44C2-BAB1-CB284A9543B9}">
  <ds:schemaRefs>
    <ds:schemaRef ds:uri="http://schemas.microsoft.com/office/2006/metadata/properties"/>
    <ds:schemaRef ds:uri="2d816db4-3e27-4d95-86c0-919c7ddf00f8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FA1B426-E216-40F1-9945-448557D0F49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252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5" baseType="lpstr">
      <vt:lpstr>Zurich Sans Medium</vt:lpstr>
      <vt:lpstr>Gill Sans Nova Light</vt:lpstr>
      <vt:lpstr>Aptos</vt:lpstr>
      <vt:lpstr>Ogg</vt:lpstr>
      <vt:lpstr>Wingdings</vt:lpstr>
      <vt:lpstr>Arial</vt:lpstr>
      <vt:lpstr>Zurich Sans</vt:lpstr>
      <vt:lpstr>Zurich Sans Light</vt:lpstr>
      <vt:lpstr>Calibri</vt:lpstr>
      <vt:lpstr>9_Office Theme</vt:lpstr>
      <vt:lpstr>1_Office Theme</vt:lpstr>
      <vt:lpstr>2_Office Theme</vt:lpstr>
      <vt:lpstr>3_Office Theme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Internal Presentation (ZurichSans)</dc:title>
  <dc:creator>Iona Manyoses (Contractor)</dc:creator>
  <cp:lastModifiedBy>Alicia Sanchez Lorente</cp:lastModifiedBy>
  <cp:revision>5</cp:revision>
  <dcterms:created xsi:type="dcterms:W3CDTF">2022-08-12T10:30:34Z</dcterms:created>
  <dcterms:modified xsi:type="dcterms:W3CDTF">2026-06-24T14:14:29Z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0x0101002378C5E405326A4EB53D0E6E2E3AB650</vt:lpwstr>
  </property>
  <property fmtid="{D5CDD505-2E9C-101B-9397-08002B2CF9AE}" pid="3" name="MediaServiceImageTags">
    <vt:lpwstr/>
  </property>
  <property fmtid="{D5CDD505-2E9C-101B-9397-08002B2CF9AE}" pid="4" name="Language">
    <vt:lpwstr>English</vt:lpwstr>
  </property>
  <property fmtid="{D5CDD505-2E9C-101B-9397-08002B2CF9AE}" pid="5" name="lcf76f155ced4ddcb4097134ff3c332f">
    <vt:lpwstr/>
  </property>
  <property fmtid="{D5CDD505-2E9C-101B-9397-08002B2CF9AE}" pid="6" name="TaxCatchAll">
    <vt:lpwstr/>
  </property>
  <property fmtid="{D5CDD505-2E9C-101B-9397-08002B2CF9AE}" pid="7" name="Status">
    <vt:lpwstr>Approved</vt:lpwstr>
  </property>
  <property fmtid="{D5CDD505-2E9C-101B-9397-08002B2CF9AE}" pid="8" name="MSIP_Label_4708b290-b006-413f-9542-0309e6b54b36_Enabled">
    <vt:lpwstr>true</vt:lpwstr>
  </property>
  <property fmtid="{D5CDD505-2E9C-101B-9397-08002B2CF9AE}" pid="9" name="MSIP_Label_4708b290-b006-413f-9542-0309e6b54b36_SetDate">
    <vt:lpwstr>2026-06-23T13:30:52Z</vt:lpwstr>
  </property>
  <property fmtid="{D5CDD505-2E9C-101B-9397-08002B2CF9AE}" pid="10" name="MSIP_Label_4708b290-b006-413f-9542-0309e6b54b36_Method">
    <vt:lpwstr>Privileged</vt:lpwstr>
  </property>
  <property fmtid="{D5CDD505-2E9C-101B-9397-08002B2CF9AE}" pid="11" name="MSIP_Label_4708b290-b006-413f-9542-0309e6b54b36_Name">
    <vt:lpwstr>4708b290-b006-413f-9542-0309e6b54b36</vt:lpwstr>
  </property>
  <property fmtid="{D5CDD505-2E9C-101B-9397-08002B2CF9AE}" pid="12" name="MSIP_Label_4708b290-b006-413f-9542-0309e6b54b36_SiteId">
    <vt:lpwstr>95d1d810-50cf-4169-8565-6bfba279a0cd</vt:lpwstr>
  </property>
  <property fmtid="{D5CDD505-2E9C-101B-9397-08002B2CF9AE}" pid="13" name="MSIP_Label_4708b290-b006-413f-9542-0309e6b54b36_ActionId">
    <vt:lpwstr>93b88a6c-eed2-4702-8e16-379b35f3887a</vt:lpwstr>
  </property>
  <property fmtid="{D5CDD505-2E9C-101B-9397-08002B2CF9AE}" pid="14" name="MSIP_Label_4708b290-b006-413f-9542-0309e6b54b36_ContentBits">
    <vt:lpwstr>2</vt:lpwstr>
  </property>
  <property fmtid="{D5CDD505-2E9C-101B-9397-08002B2CF9AE}" pid="15" name="MSIP_Label_4708b290-b006-413f-9542-0309e6b54b36_Tag">
    <vt:lpwstr>10, 0, 1, 1</vt:lpwstr>
  </property>
  <property fmtid="{D5CDD505-2E9C-101B-9397-08002B2CF9AE}" pid="16" name="MSIP_Label_9108d454-5c13-4905-93be-12ec8059c842_Enabled">
    <vt:lpwstr>true</vt:lpwstr>
  </property>
  <property fmtid="{D5CDD505-2E9C-101B-9397-08002B2CF9AE}" pid="17" name="MSIP_Label_9108d454-5c13-4905-93be-12ec8059c842_SetDate">
    <vt:lpwstr>2026-06-24T14:14:20Z</vt:lpwstr>
  </property>
  <property fmtid="{D5CDD505-2E9C-101B-9397-08002B2CF9AE}" pid="18" name="MSIP_Label_9108d454-5c13-4905-93be-12ec8059c842_Method">
    <vt:lpwstr>Privileged</vt:lpwstr>
  </property>
  <property fmtid="{D5CDD505-2E9C-101B-9397-08002B2CF9AE}" pid="19" name="MSIP_Label_9108d454-5c13-4905-93be-12ec8059c842_Name">
    <vt:lpwstr>9108d454-5c13-4905-93be-12ec8059c842</vt:lpwstr>
  </property>
  <property fmtid="{D5CDD505-2E9C-101B-9397-08002B2CF9AE}" pid="20" name="MSIP_Label_9108d454-5c13-4905-93be-12ec8059c842_SiteId">
    <vt:lpwstr>473672ba-cd07-4371-a2ae-788b4c61840e</vt:lpwstr>
  </property>
  <property fmtid="{D5CDD505-2E9C-101B-9397-08002B2CF9AE}" pid="21" name="MSIP_Label_9108d454-5c13-4905-93be-12ec8059c842_ActionId">
    <vt:lpwstr>185e22c4-8e0d-4bc8-9292-0745273793f3</vt:lpwstr>
  </property>
  <property fmtid="{D5CDD505-2E9C-101B-9397-08002B2CF9AE}" pid="22" name="MSIP_Label_9108d454-5c13-4905-93be-12ec8059c842_ContentBits">
    <vt:lpwstr>2</vt:lpwstr>
  </property>
  <property fmtid="{D5CDD505-2E9C-101B-9397-08002B2CF9AE}" pid="23" name="MSIP_Label_9108d454-5c13-4905-93be-12ec8059c842_Tag">
    <vt:lpwstr>10, 0, 1, 1</vt:lpwstr>
  </property>
  <property fmtid="{D5CDD505-2E9C-101B-9397-08002B2CF9AE}" pid="24" name="ClassificationContentMarkingFooterLocations">
    <vt:lpwstr>9_Office Theme:5\1_Office Theme:7\2_Office Theme:5\3_Office Theme:10</vt:lpwstr>
  </property>
  <property fmtid="{D5CDD505-2E9C-101B-9397-08002B2CF9AE}" pid="25" name="ClassificationContentMarkingFooterText">
    <vt:lpwstr>INTERNAL USE ONLY</vt:lpwstr>
  </property>
  <property fmtid="{D5CDD505-2E9C-101B-9397-08002B2CF9AE}" pid="26" name="MSIP_Label_9a7ed875-cb67-40d7-9ea6-a804b08b1148_SetDate">
    <vt:lpwstr>2026-06-19T12:23:54Z</vt:lpwstr>
  </property>
  <property fmtid="{D5CDD505-2E9C-101B-9397-08002B2CF9AE}" pid="27" name="MSIP_Label_9a7ed875-cb67-40d7-9ea6-a804b08b1148_ActionId">
    <vt:lpwstr>e2069545-470d-48b4-afb6-c9dbc530d5e2</vt:lpwstr>
  </property>
  <property fmtid="{D5CDD505-2E9C-101B-9397-08002B2CF9AE}" pid="28" name="MSIP_Label_9a7ed875-cb67-40d7-9ea6-a804b08b1148_Name">
    <vt:lpwstr>9a7ed875-cb67-40d7-9ea6-a804b08b1148</vt:lpwstr>
  </property>
  <property fmtid="{D5CDD505-2E9C-101B-9397-08002B2CF9AE}" pid="29" name="MSIP_Label_9a7ed875-cb67-40d7-9ea6-a804b08b1148_Enabled">
    <vt:lpwstr>true</vt:lpwstr>
  </property>
  <property fmtid="{D5CDD505-2E9C-101B-9397-08002B2CF9AE}" pid="30" name="MSIP_Label_9a7ed875-cb67-40d7-9ea6-a804b08b1148_ContentBits">
    <vt:lpwstr>0</vt:lpwstr>
  </property>
  <property fmtid="{D5CDD505-2E9C-101B-9397-08002B2CF9AE}" pid="31" name="MSIP_Label_9a7ed875-cb67-40d7-9ea6-a804b08b1148_Tag">
    <vt:lpwstr>10, 0, 1, 1</vt:lpwstr>
  </property>
  <property fmtid="{D5CDD505-2E9C-101B-9397-08002B2CF9AE}" pid="32" name="MSIP_Label_9a7ed875-cb67-40d7-9ea6-a804b08b1148_SiteId">
    <vt:lpwstr>473672ba-cd07-4371-a2ae-788b4c61840e</vt:lpwstr>
  </property>
  <property fmtid="{D5CDD505-2E9C-101B-9397-08002B2CF9AE}" pid="33" name="MSIP_Label_9a7ed875-cb67-40d7-9ea6-a804b08b1148_Method">
    <vt:lpwstr>Privileged</vt:lpwstr>
  </property>
</Properties>
</file>