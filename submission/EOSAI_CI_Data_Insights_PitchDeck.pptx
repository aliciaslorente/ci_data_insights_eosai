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heme/theme2.xml" ContentType="application/vnd.openxmlformats-officedocument.theme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8"/>
  </p:notesMasterIdLst>
  <p:sldIdLst>
    <p:sldId id="11248" r:id="rId5"/>
    <p:sldId id="2147483647" r:id="rId6"/>
    <p:sldId id="256" r:id="rId7"/>
  </p:sldIdLst>
  <p:sldSz cx="12192000" cy="6858000"/>
  <p:notesSz cx="6858000" cy="9144000"/>
  <p:embeddedFontLst>
    <p:embeddedFont>
      <p:font typeface="Zurich Sans" panose="02000500000000000000" pitchFamily="2" charset="0"/>
      <p:regular r:id="rId9"/>
      <p:bold r:id="rId10"/>
      <p:italic r:id="rId11"/>
      <p:boldItalic r:id="rId12"/>
    </p:embeddedFont>
    <p:embeddedFont>
      <p:font typeface="Zurich Sans Light" panose="02000000000000000000" pitchFamily="2" charset="0"/>
      <p:regular r:id="rId13"/>
      <p:italic r:id="rId14"/>
    </p:embeddedFont>
  </p:embeddedFontLst>
  <p:custDataLst>
    <p:tags r:id="rId15"/>
  </p:custDataLst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6BC2"/>
    <a:srgbClr val="926BCF"/>
    <a:srgbClr val="9D6BCF"/>
    <a:srgbClr val="DBF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868"/>
  </p:normalViewPr>
  <p:slideViewPr>
    <p:cSldViewPr snapToGrid="0">
      <p:cViewPr varScale="1">
        <p:scale>
          <a:sx n="63" d="100"/>
          <a:sy n="63" d="100"/>
        </p:scale>
        <p:origin x="504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cia Sanchez Lorente" userId="644ee53a-6b9a-40e3-85c8-6793a2de479c" providerId="ADAL" clId="{E80D8E58-CCD0-4209-9F3C-637CB254A5F1}"/>
    <pc:docChg chg="delSld">
      <pc:chgData name="Alicia Sanchez Lorente" userId="644ee53a-6b9a-40e3-85c8-6793a2de479c" providerId="ADAL" clId="{E80D8E58-CCD0-4209-9F3C-637CB254A5F1}" dt="2026-06-24T14:13:07.755" v="51" actId="47"/>
      <pc:docMkLst>
        <pc:docMk/>
      </pc:docMkLst>
      <pc:sldChg chg="del">
        <pc:chgData name="Alicia Sanchez Lorente" userId="644ee53a-6b9a-40e3-85c8-6793a2de479c" providerId="ADAL" clId="{E80D8E58-CCD0-4209-9F3C-637CB254A5F1}" dt="2026-06-24T14:12:48.171" v="38" actId="47"/>
        <pc:sldMkLst>
          <pc:docMk/>
          <pc:sldMk cId="3710646865" sldId="262"/>
        </pc:sldMkLst>
      </pc:sldChg>
      <pc:sldChg chg="del">
        <pc:chgData name="Alicia Sanchez Lorente" userId="644ee53a-6b9a-40e3-85c8-6793a2de479c" providerId="ADAL" clId="{E80D8E58-CCD0-4209-9F3C-637CB254A5F1}" dt="2026-06-24T14:12:01.245" v="14" actId="47"/>
        <pc:sldMkLst>
          <pc:docMk/>
          <pc:sldMk cId="3701630465" sldId="265"/>
        </pc:sldMkLst>
      </pc:sldChg>
      <pc:sldChg chg="del">
        <pc:chgData name="Alicia Sanchez Lorente" userId="644ee53a-6b9a-40e3-85c8-6793a2de479c" providerId="ADAL" clId="{E80D8E58-CCD0-4209-9F3C-637CB254A5F1}" dt="2026-06-24T14:12:59.173" v="48" actId="47"/>
        <pc:sldMkLst>
          <pc:docMk/>
          <pc:sldMk cId="2685171935" sldId="268"/>
        </pc:sldMkLst>
      </pc:sldChg>
      <pc:sldChg chg="del">
        <pc:chgData name="Alicia Sanchez Lorente" userId="644ee53a-6b9a-40e3-85c8-6793a2de479c" providerId="ADAL" clId="{E80D8E58-CCD0-4209-9F3C-637CB254A5F1}" dt="2026-06-24T14:13:00.911" v="49" actId="47"/>
        <pc:sldMkLst>
          <pc:docMk/>
          <pc:sldMk cId="4077644446" sldId="269"/>
        </pc:sldMkLst>
      </pc:sldChg>
      <pc:sldChg chg="del">
        <pc:chgData name="Alicia Sanchez Lorente" userId="644ee53a-6b9a-40e3-85c8-6793a2de479c" providerId="ADAL" clId="{E80D8E58-CCD0-4209-9F3C-637CB254A5F1}" dt="2026-06-24T14:12:11.130" v="21" actId="47"/>
        <pc:sldMkLst>
          <pc:docMk/>
          <pc:sldMk cId="2978920480" sldId="274"/>
        </pc:sldMkLst>
      </pc:sldChg>
      <pc:sldChg chg="del">
        <pc:chgData name="Alicia Sanchez Lorente" userId="644ee53a-6b9a-40e3-85c8-6793a2de479c" providerId="ADAL" clId="{E80D8E58-CCD0-4209-9F3C-637CB254A5F1}" dt="2026-06-24T14:11:48.657" v="8" actId="47"/>
        <pc:sldMkLst>
          <pc:docMk/>
          <pc:sldMk cId="4083312838" sldId="487"/>
        </pc:sldMkLst>
      </pc:sldChg>
      <pc:sldChg chg="del">
        <pc:chgData name="Alicia Sanchez Lorente" userId="644ee53a-6b9a-40e3-85c8-6793a2de479c" providerId="ADAL" clId="{E80D8E58-CCD0-4209-9F3C-637CB254A5F1}" dt="2026-06-24T14:11:52.362" v="10" actId="47"/>
        <pc:sldMkLst>
          <pc:docMk/>
          <pc:sldMk cId="2006002583" sldId="6002"/>
        </pc:sldMkLst>
      </pc:sldChg>
      <pc:sldChg chg="del">
        <pc:chgData name="Alicia Sanchez Lorente" userId="644ee53a-6b9a-40e3-85c8-6793a2de479c" providerId="ADAL" clId="{E80D8E58-CCD0-4209-9F3C-637CB254A5F1}" dt="2026-06-24T14:12:04.157" v="16" actId="47"/>
        <pc:sldMkLst>
          <pc:docMk/>
          <pc:sldMk cId="753183803" sldId="6156"/>
        </pc:sldMkLst>
      </pc:sldChg>
      <pc:sldChg chg="del">
        <pc:chgData name="Alicia Sanchez Lorente" userId="644ee53a-6b9a-40e3-85c8-6793a2de479c" providerId="ADAL" clId="{E80D8E58-CCD0-4209-9F3C-637CB254A5F1}" dt="2026-06-24T14:11:28.722" v="0" actId="47"/>
        <pc:sldMkLst>
          <pc:docMk/>
          <pc:sldMk cId="2569994867" sldId="6733"/>
        </pc:sldMkLst>
      </pc:sldChg>
      <pc:sldChg chg="del">
        <pc:chgData name="Alicia Sanchez Lorente" userId="644ee53a-6b9a-40e3-85c8-6793a2de479c" providerId="ADAL" clId="{E80D8E58-CCD0-4209-9F3C-637CB254A5F1}" dt="2026-06-24T14:11:59.955" v="13" actId="47"/>
        <pc:sldMkLst>
          <pc:docMk/>
          <pc:sldMk cId="1467870295" sldId="6917"/>
        </pc:sldMkLst>
      </pc:sldChg>
      <pc:sldChg chg="del">
        <pc:chgData name="Alicia Sanchez Lorente" userId="644ee53a-6b9a-40e3-85c8-6793a2de479c" providerId="ADAL" clId="{E80D8E58-CCD0-4209-9F3C-637CB254A5F1}" dt="2026-06-24T14:12:49.100" v="39" actId="47"/>
        <pc:sldMkLst>
          <pc:docMk/>
          <pc:sldMk cId="4213235597" sldId="1448943524"/>
        </pc:sldMkLst>
      </pc:sldChg>
      <pc:sldChg chg="del">
        <pc:chgData name="Alicia Sanchez Lorente" userId="644ee53a-6b9a-40e3-85c8-6793a2de479c" providerId="ADAL" clId="{E80D8E58-CCD0-4209-9F3C-637CB254A5F1}" dt="2026-06-24T14:11:30.895" v="2" actId="47"/>
        <pc:sldMkLst>
          <pc:docMk/>
          <pc:sldMk cId="1122566982" sldId="1448943529"/>
        </pc:sldMkLst>
      </pc:sldChg>
      <pc:sldChg chg="del">
        <pc:chgData name="Alicia Sanchez Lorente" userId="644ee53a-6b9a-40e3-85c8-6793a2de479c" providerId="ADAL" clId="{E80D8E58-CCD0-4209-9F3C-637CB254A5F1}" dt="2026-06-24T14:12:56.804" v="46" actId="47"/>
        <pc:sldMkLst>
          <pc:docMk/>
          <pc:sldMk cId="3618574556" sldId="1448943538"/>
        </pc:sldMkLst>
      </pc:sldChg>
      <pc:sldChg chg="del">
        <pc:chgData name="Alicia Sanchez Lorente" userId="644ee53a-6b9a-40e3-85c8-6793a2de479c" providerId="ADAL" clId="{E80D8E58-CCD0-4209-9F3C-637CB254A5F1}" dt="2026-06-24T14:12:57.636" v="47" actId="47"/>
        <pc:sldMkLst>
          <pc:docMk/>
          <pc:sldMk cId="2540582120" sldId="1448943539"/>
        </pc:sldMkLst>
      </pc:sldChg>
      <pc:sldChg chg="del">
        <pc:chgData name="Alicia Sanchez Lorente" userId="644ee53a-6b9a-40e3-85c8-6793a2de479c" providerId="ADAL" clId="{E80D8E58-CCD0-4209-9F3C-637CB254A5F1}" dt="2026-06-24T14:13:07.755" v="51" actId="47"/>
        <pc:sldMkLst>
          <pc:docMk/>
          <pc:sldMk cId="3352076152" sldId="1448943541"/>
        </pc:sldMkLst>
      </pc:sldChg>
      <pc:sldChg chg="del">
        <pc:chgData name="Alicia Sanchez Lorente" userId="644ee53a-6b9a-40e3-85c8-6793a2de479c" providerId="ADAL" clId="{E80D8E58-CCD0-4209-9F3C-637CB254A5F1}" dt="2026-06-24T14:11:31.613" v="3" actId="47"/>
        <pc:sldMkLst>
          <pc:docMk/>
          <pc:sldMk cId="2572947183" sldId="1448943543"/>
        </pc:sldMkLst>
      </pc:sldChg>
      <pc:sldChg chg="del">
        <pc:chgData name="Alicia Sanchez Lorente" userId="644ee53a-6b9a-40e3-85c8-6793a2de479c" providerId="ADAL" clId="{E80D8E58-CCD0-4209-9F3C-637CB254A5F1}" dt="2026-06-24T14:11:38.169" v="4" actId="47"/>
        <pc:sldMkLst>
          <pc:docMk/>
          <pc:sldMk cId="68214007" sldId="1448943544"/>
        </pc:sldMkLst>
      </pc:sldChg>
      <pc:sldChg chg="del">
        <pc:chgData name="Alicia Sanchez Lorente" userId="644ee53a-6b9a-40e3-85c8-6793a2de479c" providerId="ADAL" clId="{E80D8E58-CCD0-4209-9F3C-637CB254A5F1}" dt="2026-06-24T14:11:40.286" v="5" actId="47"/>
        <pc:sldMkLst>
          <pc:docMk/>
          <pc:sldMk cId="2417927564" sldId="1448943545"/>
        </pc:sldMkLst>
      </pc:sldChg>
      <pc:sldChg chg="del">
        <pc:chgData name="Alicia Sanchez Lorente" userId="644ee53a-6b9a-40e3-85c8-6793a2de479c" providerId="ADAL" clId="{E80D8E58-CCD0-4209-9F3C-637CB254A5F1}" dt="2026-06-24T14:11:47.074" v="7" actId="47"/>
        <pc:sldMkLst>
          <pc:docMk/>
          <pc:sldMk cId="2664539523" sldId="1448943547"/>
        </pc:sldMkLst>
      </pc:sldChg>
      <pc:sldChg chg="del">
        <pc:chgData name="Alicia Sanchez Lorente" userId="644ee53a-6b9a-40e3-85c8-6793a2de479c" providerId="ADAL" clId="{E80D8E58-CCD0-4209-9F3C-637CB254A5F1}" dt="2026-06-24T14:11:51.177" v="9" actId="47"/>
        <pc:sldMkLst>
          <pc:docMk/>
          <pc:sldMk cId="1995568253" sldId="1448943548"/>
        </pc:sldMkLst>
      </pc:sldChg>
      <pc:sldChg chg="del">
        <pc:chgData name="Alicia Sanchez Lorente" userId="644ee53a-6b9a-40e3-85c8-6793a2de479c" providerId="ADAL" clId="{E80D8E58-CCD0-4209-9F3C-637CB254A5F1}" dt="2026-06-24T14:11:56.401" v="12" actId="47"/>
        <pc:sldMkLst>
          <pc:docMk/>
          <pc:sldMk cId="2960956589" sldId="1448943550"/>
        </pc:sldMkLst>
      </pc:sldChg>
      <pc:sldChg chg="del">
        <pc:chgData name="Alicia Sanchez Lorente" userId="644ee53a-6b9a-40e3-85c8-6793a2de479c" providerId="ADAL" clId="{E80D8E58-CCD0-4209-9F3C-637CB254A5F1}" dt="2026-06-24T14:12:02.638" v="15" actId="47"/>
        <pc:sldMkLst>
          <pc:docMk/>
          <pc:sldMk cId="2330718018" sldId="1448943551"/>
        </pc:sldMkLst>
      </pc:sldChg>
      <pc:sldChg chg="del">
        <pc:chgData name="Alicia Sanchez Lorente" userId="644ee53a-6b9a-40e3-85c8-6793a2de479c" providerId="ADAL" clId="{E80D8E58-CCD0-4209-9F3C-637CB254A5F1}" dt="2026-06-24T14:11:29.848" v="1" actId="47"/>
        <pc:sldMkLst>
          <pc:docMk/>
          <pc:sldMk cId="1609437963" sldId="1448943581"/>
        </pc:sldMkLst>
      </pc:sldChg>
      <pc:sldChg chg="del">
        <pc:chgData name="Alicia Sanchez Lorente" userId="644ee53a-6b9a-40e3-85c8-6793a2de479c" providerId="ADAL" clId="{E80D8E58-CCD0-4209-9F3C-637CB254A5F1}" dt="2026-06-24T14:11:42.411" v="6" actId="47"/>
        <pc:sldMkLst>
          <pc:docMk/>
          <pc:sldMk cId="2475208228" sldId="1448943596"/>
        </pc:sldMkLst>
      </pc:sldChg>
      <pc:sldChg chg="del">
        <pc:chgData name="Alicia Sanchez Lorente" userId="644ee53a-6b9a-40e3-85c8-6793a2de479c" providerId="ADAL" clId="{E80D8E58-CCD0-4209-9F3C-637CB254A5F1}" dt="2026-06-24T14:12:47.533" v="37" actId="47"/>
        <pc:sldMkLst>
          <pc:docMk/>
          <pc:sldMk cId="4226587995" sldId="1448943602"/>
        </pc:sldMkLst>
      </pc:sldChg>
      <pc:sldChg chg="del">
        <pc:chgData name="Alicia Sanchez Lorente" userId="644ee53a-6b9a-40e3-85c8-6793a2de479c" providerId="ADAL" clId="{E80D8E58-CCD0-4209-9F3C-637CB254A5F1}" dt="2026-06-24T14:12:49.748" v="40" actId="47"/>
        <pc:sldMkLst>
          <pc:docMk/>
          <pc:sldMk cId="2271425305" sldId="1448943603"/>
        </pc:sldMkLst>
      </pc:sldChg>
      <pc:sldChg chg="del">
        <pc:chgData name="Alicia Sanchez Lorente" userId="644ee53a-6b9a-40e3-85c8-6793a2de479c" providerId="ADAL" clId="{E80D8E58-CCD0-4209-9F3C-637CB254A5F1}" dt="2026-06-24T14:12:17.810" v="26" actId="47"/>
        <pc:sldMkLst>
          <pc:docMk/>
          <pc:sldMk cId="3805496536" sldId="1448943625"/>
        </pc:sldMkLst>
      </pc:sldChg>
      <pc:sldChg chg="del">
        <pc:chgData name="Alicia Sanchez Lorente" userId="644ee53a-6b9a-40e3-85c8-6793a2de479c" providerId="ADAL" clId="{E80D8E58-CCD0-4209-9F3C-637CB254A5F1}" dt="2026-06-24T14:12:16.212" v="25" actId="47"/>
        <pc:sldMkLst>
          <pc:docMk/>
          <pc:sldMk cId="344766334" sldId="2147375529"/>
        </pc:sldMkLst>
      </pc:sldChg>
      <pc:sldChg chg="del">
        <pc:chgData name="Alicia Sanchez Lorente" userId="644ee53a-6b9a-40e3-85c8-6793a2de479c" providerId="ADAL" clId="{E80D8E58-CCD0-4209-9F3C-637CB254A5F1}" dt="2026-06-24T14:12:15.389" v="24" actId="47"/>
        <pc:sldMkLst>
          <pc:docMk/>
          <pc:sldMk cId="678232391" sldId="2147471391"/>
        </pc:sldMkLst>
      </pc:sldChg>
      <pc:sldChg chg="del">
        <pc:chgData name="Alicia Sanchez Lorente" userId="644ee53a-6b9a-40e3-85c8-6793a2de479c" providerId="ADAL" clId="{E80D8E58-CCD0-4209-9F3C-637CB254A5F1}" dt="2026-06-24T14:12:13.342" v="22" actId="47"/>
        <pc:sldMkLst>
          <pc:docMk/>
          <pc:sldMk cId="2189031810" sldId="2147471586"/>
        </pc:sldMkLst>
      </pc:sldChg>
      <pc:sldChg chg="del">
        <pc:chgData name="Alicia Sanchez Lorente" userId="644ee53a-6b9a-40e3-85c8-6793a2de479c" providerId="ADAL" clId="{E80D8E58-CCD0-4209-9F3C-637CB254A5F1}" dt="2026-06-24T14:12:30.880" v="29" actId="47"/>
        <pc:sldMkLst>
          <pc:docMk/>
          <pc:sldMk cId="691396008" sldId="2147471629"/>
        </pc:sldMkLst>
      </pc:sldChg>
      <pc:sldChg chg="del">
        <pc:chgData name="Alicia Sanchez Lorente" userId="644ee53a-6b9a-40e3-85c8-6793a2de479c" providerId="ADAL" clId="{E80D8E58-CCD0-4209-9F3C-637CB254A5F1}" dt="2026-06-24T14:12:32.107" v="30" actId="47"/>
        <pc:sldMkLst>
          <pc:docMk/>
          <pc:sldMk cId="4150571638" sldId="2147471848"/>
        </pc:sldMkLst>
      </pc:sldChg>
      <pc:sldChg chg="del">
        <pc:chgData name="Alicia Sanchez Lorente" userId="644ee53a-6b9a-40e3-85c8-6793a2de479c" providerId="ADAL" clId="{E80D8E58-CCD0-4209-9F3C-637CB254A5F1}" dt="2026-06-24T14:12:14.655" v="23" actId="47"/>
        <pc:sldMkLst>
          <pc:docMk/>
          <pc:sldMk cId="682282989" sldId="2147472009"/>
        </pc:sldMkLst>
      </pc:sldChg>
      <pc:sldChg chg="del">
        <pc:chgData name="Alicia Sanchez Lorente" userId="644ee53a-6b9a-40e3-85c8-6793a2de479c" providerId="ADAL" clId="{E80D8E58-CCD0-4209-9F3C-637CB254A5F1}" dt="2026-06-24T14:12:39.433" v="34" actId="47"/>
        <pc:sldMkLst>
          <pc:docMk/>
          <pc:sldMk cId="1182109713" sldId="2147481343"/>
        </pc:sldMkLst>
      </pc:sldChg>
      <pc:sldChg chg="del">
        <pc:chgData name="Alicia Sanchez Lorente" userId="644ee53a-6b9a-40e3-85c8-6793a2de479c" providerId="ADAL" clId="{E80D8E58-CCD0-4209-9F3C-637CB254A5F1}" dt="2026-06-24T14:12:33.497" v="31" actId="47"/>
        <pc:sldMkLst>
          <pc:docMk/>
          <pc:sldMk cId="4238454516" sldId="2147481493"/>
        </pc:sldMkLst>
      </pc:sldChg>
      <pc:sldChg chg="del">
        <pc:chgData name="Alicia Sanchez Lorente" userId="644ee53a-6b9a-40e3-85c8-6793a2de479c" providerId="ADAL" clId="{E80D8E58-CCD0-4209-9F3C-637CB254A5F1}" dt="2026-06-24T14:12:09.902" v="20" actId="47"/>
        <pc:sldMkLst>
          <pc:docMk/>
          <pc:sldMk cId="2670115141" sldId="2147481806"/>
        </pc:sldMkLst>
      </pc:sldChg>
      <pc:sldChg chg="del">
        <pc:chgData name="Alicia Sanchez Lorente" userId="644ee53a-6b9a-40e3-85c8-6793a2de479c" providerId="ADAL" clId="{E80D8E58-CCD0-4209-9F3C-637CB254A5F1}" dt="2026-06-24T14:13:06.206" v="50" actId="47"/>
        <pc:sldMkLst>
          <pc:docMk/>
          <pc:sldMk cId="3408193654" sldId="2147481807"/>
        </pc:sldMkLst>
      </pc:sldChg>
      <pc:sldChg chg="del">
        <pc:chgData name="Alicia Sanchez Lorente" userId="644ee53a-6b9a-40e3-85c8-6793a2de479c" providerId="ADAL" clId="{E80D8E58-CCD0-4209-9F3C-637CB254A5F1}" dt="2026-06-24T14:12:05.946" v="17" actId="47"/>
        <pc:sldMkLst>
          <pc:docMk/>
          <pc:sldMk cId="3329220942" sldId="2147481812"/>
        </pc:sldMkLst>
      </pc:sldChg>
      <pc:sldChg chg="del">
        <pc:chgData name="Alicia Sanchez Lorente" userId="644ee53a-6b9a-40e3-85c8-6793a2de479c" providerId="ADAL" clId="{E80D8E58-CCD0-4209-9F3C-637CB254A5F1}" dt="2026-06-24T14:12:19.577" v="27" actId="47"/>
        <pc:sldMkLst>
          <pc:docMk/>
          <pc:sldMk cId="2360927349" sldId="2147481813"/>
        </pc:sldMkLst>
      </pc:sldChg>
      <pc:sldChg chg="del">
        <pc:chgData name="Alicia Sanchez Lorente" userId="644ee53a-6b9a-40e3-85c8-6793a2de479c" providerId="ADAL" clId="{E80D8E58-CCD0-4209-9F3C-637CB254A5F1}" dt="2026-06-24T14:12:41.663" v="35" actId="47"/>
        <pc:sldMkLst>
          <pc:docMk/>
          <pc:sldMk cId="4128186509" sldId="2147481889"/>
        </pc:sldMkLst>
      </pc:sldChg>
      <pc:sldChg chg="del">
        <pc:chgData name="Alicia Sanchez Lorente" userId="644ee53a-6b9a-40e3-85c8-6793a2de479c" providerId="ADAL" clId="{E80D8E58-CCD0-4209-9F3C-637CB254A5F1}" dt="2026-06-24T14:12:45.918" v="36" actId="47"/>
        <pc:sldMkLst>
          <pc:docMk/>
          <pc:sldMk cId="2376150763" sldId="2147481890"/>
        </pc:sldMkLst>
      </pc:sldChg>
      <pc:sldChg chg="del">
        <pc:chgData name="Alicia Sanchez Lorente" userId="644ee53a-6b9a-40e3-85c8-6793a2de479c" providerId="ADAL" clId="{E80D8E58-CCD0-4209-9F3C-637CB254A5F1}" dt="2026-06-24T14:12:50.318" v="41" actId="47"/>
        <pc:sldMkLst>
          <pc:docMk/>
          <pc:sldMk cId="271107943" sldId="2147481896"/>
        </pc:sldMkLst>
      </pc:sldChg>
      <pc:sldChg chg="del">
        <pc:chgData name="Alicia Sanchez Lorente" userId="644ee53a-6b9a-40e3-85c8-6793a2de479c" providerId="ADAL" clId="{E80D8E58-CCD0-4209-9F3C-637CB254A5F1}" dt="2026-06-24T14:12:51.508" v="42" actId="47"/>
        <pc:sldMkLst>
          <pc:docMk/>
          <pc:sldMk cId="2125214285" sldId="2147481897"/>
        </pc:sldMkLst>
      </pc:sldChg>
      <pc:sldChg chg="del">
        <pc:chgData name="Alicia Sanchez Lorente" userId="644ee53a-6b9a-40e3-85c8-6793a2de479c" providerId="ADAL" clId="{E80D8E58-CCD0-4209-9F3C-637CB254A5F1}" dt="2026-06-24T14:12:52.437" v="43" actId="47"/>
        <pc:sldMkLst>
          <pc:docMk/>
          <pc:sldMk cId="166348518" sldId="2147481898"/>
        </pc:sldMkLst>
      </pc:sldChg>
      <pc:sldChg chg="del">
        <pc:chgData name="Alicia Sanchez Lorente" userId="644ee53a-6b9a-40e3-85c8-6793a2de479c" providerId="ADAL" clId="{E80D8E58-CCD0-4209-9F3C-637CB254A5F1}" dt="2026-06-24T14:12:54.386" v="44" actId="47"/>
        <pc:sldMkLst>
          <pc:docMk/>
          <pc:sldMk cId="1177537715" sldId="2147481899"/>
        </pc:sldMkLst>
      </pc:sldChg>
      <pc:sldChg chg="del">
        <pc:chgData name="Alicia Sanchez Lorente" userId="644ee53a-6b9a-40e3-85c8-6793a2de479c" providerId="ADAL" clId="{E80D8E58-CCD0-4209-9F3C-637CB254A5F1}" dt="2026-06-24T14:12:56.014" v="45" actId="47"/>
        <pc:sldMkLst>
          <pc:docMk/>
          <pc:sldMk cId="2703516143" sldId="2147481900"/>
        </pc:sldMkLst>
      </pc:sldChg>
      <pc:sldChg chg="del">
        <pc:chgData name="Alicia Sanchez Lorente" userId="644ee53a-6b9a-40e3-85c8-6793a2de479c" providerId="ADAL" clId="{E80D8E58-CCD0-4209-9F3C-637CB254A5F1}" dt="2026-06-24T14:12:35.654" v="32" actId="47"/>
        <pc:sldMkLst>
          <pc:docMk/>
          <pc:sldMk cId="3503289778" sldId="2147481908"/>
        </pc:sldMkLst>
      </pc:sldChg>
      <pc:sldChg chg="del">
        <pc:chgData name="Alicia Sanchez Lorente" userId="644ee53a-6b9a-40e3-85c8-6793a2de479c" providerId="ADAL" clId="{E80D8E58-CCD0-4209-9F3C-637CB254A5F1}" dt="2026-06-24T14:12:36.828" v="33" actId="47"/>
        <pc:sldMkLst>
          <pc:docMk/>
          <pc:sldMk cId="2796011127" sldId="2147481909"/>
        </pc:sldMkLst>
      </pc:sldChg>
      <pc:sldChg chg="del">
        <pc:chgData name="Alicia Sanchez Lorente" userId="644ee53a-6b9a-40e3-85c8-6793a2de479c" providerId="ADAL" clId="{E80D8E58-CCD0-4209-9F3C-637CB254A5F1}" dt="2026-06-24T14:12:08.725" v="19" actId="47"/>
        <pc:sldMkLst>
          <pc:docMk/>
          <pc:sldMk cId="2407231826" sldId="2147483643"/>
        </pc:sldMkLst>
      </pc:sldChg>
      <pc:sldChg chg="del">
        <pc:chgData name="Alicia Sanchez Lorente" userId="644ee53a-6b9a-40e3-85c8-6793a2de479c" providerId="ADAL" clId="{E80D8E58-CCD0-4209-9F3C-637CB254A5F1}" dt="2026-06-24T14:12:07.860" v="18" actId="47"/>
        <pc:sldMkLst>
          <pc:docMk/>
          <pc:sldMk cId="1153688247" sldId="2147483644"/>
        </pc:sldMkLst>
      </pc:sldChg>
      <pc:sldChg chg="del">
        <pc:chgData name="Alicia Sanchez Lorente" userId="644ee53a-6b9a-40e3-85c8-6793a2de479c" providerId="ADAL" clId="{E80D8E58-CCD0-4209-9F3C-637CB254A5F1}" dt="2026-06-24T14:11:52.861" v="11" actId="47"/>
        <pc:sldMkLst>
          <pc:docMk/>
          <pc:sldMk cId="1486415766" sldId="2147483645"/>
        </pc:sldMkLst>
      </pc:sldChg>
      <pc:sldChg chg="del">
        <pc:chgData name="Alicia Sanchez Lorente" userId="644ee53a-6b9a-40e3-85c8-6793a2de479c" providerId="ADAL" clId="{E80D8E58-CCD0-4209-9F3C-637CB254A5F1}" dt="2026-06-24T14:12:26.443" v="28" actId="47"/>
        <pc:sldMkLst>
          <pc:docMk/>
          <pc:sldMk cId="1024096188" sldId="2147483646"/>
        </pc:sldMkLst>
      </pc:sldChg>
      <pc:sldMasterChg chg="delSldLayout">
        <pc:chgData name="Alicia Sanchez Lorente" userId="644ee53a-6b9a-40e3-85c8-6793a2de479c" providerId="ADAL" clId="{E80D8E58-CCD0-4209-9F3C-637CB254A5F1}" dt="2026-06-24T14:13:07.755" v="51" actId="47"/>
        <pc:sldMasterMkLst>
          <pc:docMk/>
          <pc:sldMasterMk cId="448823921" sldId="2147483660"/>
        </pc:sldMasterMkLst>
        <pc:sldLayoutChg chg="del">
          <pc:chgData name="Alicia Sanchez Lorente" userId="644ee53a-6b9a-40e3-85c8-6793a2de479c" providerId="ADAL" clId="{E80D8E58-CCD0-4209-9F3C-637CB254A5F1}" dt="2026-06-24T14:11:28.722" v="0" actId="47"/>
          <pc:sldLayoutMkLst>
            <pc:docMk/>
            <pc:sldMasterMk cId="448823921" sldId="2147483660"/>
            <pc:sldLayoutMk cId="685790213" sldId="2147483677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47.533" v="37" actId="47"/>
          <pc:sldLayoutMkLst>
            <pc:docMk/>
            <pc:sldMasterMk cId="448823921" sldId="2147483660"/>
            <pc:sldLayoutMk cId="1961924941" sldId="2147483678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30.895" v="2" actId="47"/>
          <pc:sldLayoutMkLst>
            <pc:docMk/>
            <pc:sldMasterMk cId="448823921" sldId="2147483660"/>
            <pc:sldLayoutMk cId="2198602040" sldId="2147483679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31.613" v="3" actId="47"/>
          <pc:sldLayoutMkLst>
            <pc:docMk/>
            <pc:sldMasterMk cId="448823921" sldId="2147483660"/>
            <pc:sldLayoutMk cId="4152436296" sldId="2147483680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38.169" v="4" actId="47"/>
          <pc:sldLayoutMkLst>
            <pc:docMk/>
            <pc:sldMasterMk cId="448823921" sldId="2147483660"/>
            <pc:sldLayoutMk cId="2279996965" sldId="2147483681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45.918" v="36" actId="47"/>
          <pc:sldLayoutMkLst>
            <pc:docMk/>
            <pc:sldMasterMk cId="448823921" sldId="2147483660"/>
            <pc:sldLayoutMk cId="2894797352" sldId="2147483682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42.411" v="6" actId="47"/>
          <pc:sldLayoutMkLst>
            <pc:docMk/>
            <pc:sldMasterMk cId="448823921" sldId="2147483660"/>
            <pc:sldLayoutMk cId="3746144933" sldId="2147483683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48.657" v="8" actId="47"/>
          <pc:sldLayoutMkLst>
            <pc:docMk/>
            <pc:sldMasterMk cId="448823921" sldId="2147483660"/>
            <pc:sldLayoutMk cId="2254333453" sldId="2147483684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51.177" v="9" actId="47"/>
          <pc:sldLayoutMkLst>
            <pc:docMk/>
            <pc:sldMasterMk cId="448823921" sldId="2147483660"/>
            <pc:sldLayoutMk cId="1884194015" sldId="2147483685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52.861" v="11" actId="47"/>
          <pc:sldLayoutMkLst>
            <pc:docMk/>
            <pc:sldMasterMk cId="448823921" sldId="2147483660"/>
            <pc:sldLayoutMk cId="1858469971" sldId="2147483686"/>
          </pc:sldLayoutMkLst>
        </pc:sldLayoutChg>
        <pc:sldLayoutChg chg="del">
          <pc:chgData name="Alicia Sanchez Lorente" userId="644ee53a-6b9a-40e3-85c8-6793a2de479c" providerId="ADAL" clId="{E80D8E58-CCD0-4209-9F3C-637CB254A5F1}" dt="2026-06-24T14:11:59.955" v="13" actId="47"/>
          <pc:sldLayoutMkLst>
            <pc:docMk/>
            <pc:sldMasterMk cId="448823921" sldId="2147483660"/>
            <pc:sldLayoutMk cId="2023729076" sldId="2147483687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01.245" v="14" actId="47"/>
          <pc:sldLayoutMkLst>
            <pc:docMk/>
            <pc:sldMasterMk cId="448823921" sldId="2147483660"/>
            <pc:sldLayoutMk cId="1945343513" sldId="2147483688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02.638" v="15" actId="47"/>
          <pc:sldLayoutMkLst>
            <pc:docMk/>
            <pc:sldMasterMk cId="448823921" sldId="2147483660"/>
            <pc:sldLayoutMk cId="937780938" sldId="2147483689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05.946" v="17" actId="47"/>
          <pc:sldLayoutMkLst>
            <pc:docMk/>
            <pc:sldMasterMk cId="448823921" sldId="2147483660"/>
            <pc:sldLayoutMk cId="629004510" sldId="2147483690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08.725" v="19" actId="47"/>
          <pc:sldLayoutMkLst>
            <pc:docMk/>
            <pc:sldMasterMk cId="448823921" sldId="2147483660"/>
            <pc:sldLayoutMk cId="524804954" sldId="2147483691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1.130" v="21" actId="47"/>
          <pc:sldLayoutMkLst>
            <pc:docMk/>
            <pc:sldMasterMk cId="448823921" sldId="2147483660"/>
            <pc:sldLayoutMk cId="464658964" sldId="2147483692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3.342" v="22" actId="47"/>
          <pc:sldLayoutMkLst>
            <pc:docMk/>
            <pc:sldMasterMk cId="448823921" sldId="2147483660"/>
            <pc:sldLayoutMk cId="2955208510" sldId="2147483693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4.655" v="23" actId="47"/>
          <pc:sldLayoutMkLst>
            <pc:docMk/>
            <pc:sldMasterMk cId="448823921" sldId="2147483660"/>
            <pc:sldLayoutMk cId="1842110837" sldId="2147483694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5.389" v="24" actId="47"/>
          <pc:sldLayoutMkLst>
            <pc:docMk/>
            <pc:sldMasterMk cId="448823921" sldId="2147483660"/>
            <pc:sldLayoutMk cId="629957268" sldId="2147483695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6.212" v="25" actId="47"/>
          <pc:sldLayoutMkLst>
            <pc:docMk/>
            <pc:sldMasterMk cId="448823921" sldId="2147483660"/>
            <pc:sldLayoutMk cId="507787967" sldId="2147483696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7.810" v="26" actId="47"/>
          <pc:sldLayoutMkLst>
            <pc:docMk/>
            <pc:sldMasterMk cId="448823921" sldId="2147483660"/>
            <pc:sldLayoutMk cId="2785573787" sldId="2147483697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19.577" v="27" actId="47"/>
          <pc:sldLayoutMkLst>
            <pc:docMk/>
            <pc:sldMasterMk cId="448823921" sldId="2147483660"/>
            <pc:sldLayoutMk cId="2536565179" sldId="2147483698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32.107" v="30" actId="47"/>
          <pc:sldLayoutMkLst>
            <pc:docMk/>
            <pc:sldMasterMk cId="448823921" sldId="2147483660"/>
            <pc:sldLayoutMk cId="3449047452" sldId="2147483699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33.497" v="31" actId="47"/>
          <pc:sldLayoutMkLst>
            <pc:docMk/>
            <pc:sldMasterMk cId="448823921" sldId="2147483660"/>
            <pc:sldLayoutMk cId="2987867397" sldId="2147483700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39.433" v="34" actId="47"/>
          <pc:sldLayoutMkLst>
            <pc:docMk/>
            <pc:sldMasterMk cId="448823921" sldId="2147483660"/>
            <pc:sldLayoutMk cId="1287123886" sldId="2147483701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48.171" v="38" actId="47"/>
          <pc:sldLayoutMkLst>
            <pc:docMk/>
            <pc:sldMasterMk cId="448823921" sldId="2147483660"/>
            <pc:sldLayoutMk cId="2162991445" sldId="2147483702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49.100" v="39" actId="47"/>
          <pc:sldLayoutMkLst>
            <pc:docMk/>
            <pc:sldMasterMk cId="448823921" sldId="2147483660"/>
            <pc:sldLayoutMk cId="794573215" sldId="2147483703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49.748" v="40" actId="47"/>
          <pc:sldLayoutMkLst>
            <pc:docMk/>
            <pc:sldMasterMk cId="448823921" sldId="2147483660"/>
            <pc:sldLayoutMk cId="880163910" sldId="2147483704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0.318" v="41" actId="47"/>
          <pc:sldLayoutMkLst>
            <pc:docMk/>
            <pc:sldMasterMk cId="448823921" sldId="2147483660"/>
            <pc:sldLayoutMk cId="3606969692" sldId="2147483705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1.508" v="42" actId="47"/>
          <pc:sldLayoutMkLst>
            <pc:docMk/>
            <pc:sldMasterMk cId="448823921" sldId="2147483660"/>
            <pc:sldLayoutMk cId="1939790813" sldId="2147483706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2.437" v="43" actId="47"/>
          <pc:sldLayoutMkLst>
            <pc:docMk/>
            <pc:sldMasterMk cId="448823921" sldId="2147483660"/>
            <pc:sldLayoutMk cId="620822559" sldId="2147483707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4.386" v="44" actId="47"/>
          <pc:sldLayoutMkLst>
            <pc:docMk/>
            <pc:sldMasterMk cId="448823921" sldId="2147483660"/>
            <pc:sldLayoutMk cId="4060995908" sldId="2147483708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6.014" v="45" actId="47"/>
          <pc:sldLayoutMkLst>
            <pc:docMk/>
            <pc:sldMasterMk cId="448823921" sldId="2147483660"/>
            <pc:sldLayoutMk cId="3408017421" sldId="2147483709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6.804" v="46" actId="47"/>
          <pc:sldLayoutMkLst>
            <pc:docMk/>
            <pc:sldMasterMk cId="448823921" sldId="2147483660"/>
            <pc:sldLayoutMk cId="3377910312" sldId="2147483710"/>
          </pc:sldLayoutMkLst>
        </pc:sldLayoutChg>
        <pc:sldLayoutChg chg="del">
          <pc:chgData name="Alicia Sanchez Lorente" userId="644ee53a-6b9a-40e3-85c8-6793a2de479c" providerId="ADAL" clId="{E80D8E58-CCD0-4209-9F3C-637CB254A5F1}" dt="2026-06-24T14:12:57.636" v="47" actId="47"/>
          <pc:sldLayoutMkLst>
            <pc:docMk/>
            <pc:sldMasterMk cId="448823921" sldId="2147483660"/>
            <pc:sldLayoutMk cId="2898104386" sldId="2147483711"/>
          </pc:sldLayoutMkLst>
        </pc:sldLayoutChg>
        <pc:sldLayoutChg chg="del">
          <pc:chgData name="Alicia Sanchez Lorente" userId="644ee53a-6b9a-40e3-85c8-6793a2de479c" providerId="ADAL" clId="{E80D8E58-CCD0-4209-9F3C-637CB254A5F1}" dt="2026-06-24T14:13:06.206" v="50" actId="47"/>
          <pc:sldLayoutMkLst>
            <pc:docMk/>
            <pc:sldMasterMk cId="448823921" sldId="2147483660"/>
            <pc:sldLayoutMk cId="209118843" sldId="2147483712"/>
          </pc:sldLayoutMkLst>
        </pc:sldLayoutChg>
        <pc:sldLayoutChg chg="del">
          <pc:chgData name="Alicia Sanchez Lorente" userId="644ee53a-6b9a-40e3-85c8-6793a2de479c" providerId="ADAL" clId="{E80D8E58-CCD0-4209-9F3C-637CB254A5F1}" dt="2026-06-24T14:13:07.755" v="51" actId="47"/>
          <pc:sldLayoutMkLst>
            <pc:docMk/>
            <pc:sldMasterMk cId="448823921" sldId="2147483660"/>
            <pc:sldLayoutMk cId="3347551277" sldId="214748371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5BEB8-91CC-477F-81CD-BDE1761E9B6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BB2073-194C-43EF-87E1-F12784423F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>
              <a:latin typeface="Zurich Sans" panose="020000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B2ACB6-B956-465B-B770-3372CA943CBE}" type="slidenum">
              <a:rPr lang="en-US" smtClean="0">
                <a:latin typeface="Zurich Sans" panose="02000000000000000000" pitchFamily="2" charset="0"/>
              </a:rPr>
              <a:t>1</a:t>
            </a:fld>
            <a:endParaRPr lang="en-US">
              <a:latin typeface="Zurich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9379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sv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5.sv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5.svg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5.svg"/><Relationship Id="rId4" Type="http://schemas.openxmlformats.org/officeDocument/2006/relationships/image" Target="../media/image7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5" Type="http://schemas.openxmlformats.org/officeDocument/2006/relationships/image" Target="../media/image5.svg"/><Relationship Id="rId4" Type="http://schemas.openxmlformats.org/officeDocument/2006/relationships/image" Target="../media/image8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5.svg"/><Relationship Id="rId4" Type="http://schemas.openxmlformats.org/officeDocument/2006/relationships/image" Target="../media/image9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5.svg"/><Relationship Id="rId4" Type="http://schemas.openxmlformats.org/officeDocument/2006/relationships/image" Target="../media/image10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5" Type="http://schemas.openxmlformats.org/officeDocument/2006/relationships/image" Target="../media/image5.svg"/><Relationship Id="rId4" Type="http://schemas.openxmlformats.org/officeDocument/2006/relationships/image" Target="../media/image1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5.svg"/><Relationship Id="rId4" Type="http://schemas.openxmlformats.org/officeDocument/2006/relationships/image" Target="../media/image12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5.svg"/><Relationship Id="rId4" Type="http://schemas.openxmlformats.org/officeDocument/2006/relationships/image" Target="../media/image13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5" Type="http://schemas.openxmlformats.org/officeDocument/2006/relationships/image" Target="../media/image5.svg"/><Relationship Id="rId4" Type="http://schemas.openxmlformats.org/officeDocument/2006/relationships/image" Target="../media/image1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5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5" Type="http://schemas.openxmlformats.org/officeDocument/2006/relationships/image" Target="../media/image17.svg"/><Relationship Id="rId4" Type="http://schemas.openxmlformats.org/officeDocument/2006/relationships/image" Target="../media/image1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5" Type="http://schemas.openxmlformats.org/officeDocument/2006/relationships/image" Target="../media/image3.svg"/><Relationship Id="rId4" Type="http://schemas.openxmlformats.org/officeDocument/2006/relationships/image" Target="../media/image18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3F5FBB55-F7E6-A51C-7B32-D9A057C0F8F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731589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3F5FBB55-F7E6-A51C-7B32-D9A057C0F8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Graphic 26">
            <a:extLst>
              <a:ext uri="{FF2B5EF4-FFF2-40B4-BE49-F238E27FC236}">
                <a16:creationId xmlns:a16="http://schemas.microsoft.com/office/drawing/2014/main" id="{A9CDCB0E-D9C6-D2F4-E437-CF7D2EB39F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425" y="1196975"/>
            <a:ext cx="6722148" cy="2148319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5425" y="3437369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787133" y="5399389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29176" y="5949896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18217" y="4998607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45996" y="1810817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Add a picture here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5425" y="4913252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[Date]</a:t>
            </a:r>
            <a:br>
              <a:rPr lang="en-US" dirty="0"/>
            </a:br>
            <a:r>
              <a:rPr lang="en-US" dirty="0"/>
              <a:t>[Name of moderator]</a:t>
            </a:r>
            <a:br>
              <a:rPr lang="en-US" dirty="0"/>
            </a:br>
            <a:r>
              <a:rPr lang="en-US" dirty="0"/>
              <a:t>[Organizational Unit]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3D7AA-4B02-44F3-849A-D51D7F7A9CD0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</p:spTree>
    <p:extLst>
      <p:ext uri="{BB962C8B-B14F-4D97-AF65-F5344CB8AC3E}">
        <p14:creationId xmlns:p14="http://schemas.microsoft.com/office/powerpoint/2010/main" val="3164922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ED8689CC-4333-44CB-E99C-E8CF5E24F7E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4935691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ED8689CC-4333-44CB-E99C-E8CF5E24F7E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9451" y="1196975"/>
            <a:ext cx="6722148" cy="2163821"/>
          </a:xfrm>
        </p:spPr>
        <p:txBody>
          <a:bodyPr vert="horz" anchor="b">
            <a:norm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9451" y="3452871"/>
            <a:ext cx="5761567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D6D046-9E8A-417B-B758-A6E20A0FE31C}"/>
              </a:ext>
            </a:extLst>
          </p:cNvPr>
          <p:cNvSpPr/>
          <p:nvPr userDrawn="1"/>
        </p:nvSpPr>
        <p:spPr bwMode="auto">
          <a:xfrm>
            <a:off x="6803245" y="5407445"/>
            <a:ext cx="547941" cy="547483"/>
          </a:xfrm>
          <a:prstGeom prst="ellips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977530C5-2DE6-44CA-8A8F-019E4D7C204F}"/>
              </a:ext>
            </a:extLst>
          </p:cNvPr>
          <p:cNvSpPr/>
          <p:nvPr userDrawn="1"/>
        </p:nvSpPr>
        <p:spPr bwMode="auto">
          <a:xfrm>
            <a:off x="5945288" y="5953924"/>
            <a:ext cx="1802643" cy="908104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2" name="Freeform 10">
            <a:extLst>
              <a:ext uri="{FF2B5EF4-FFF2-40B4-BE49-F238E27FC236}">
                <a16:creationId xmlns:a16="http://schemas.microsoft.com/office/drawing/2014/main" id="{CBDF7E11-8F3D-4306-A7C9-3CBBFA98620F}"/>
              </a:ext>
            </a:extLst>
          </p:cNvPr>
          <p:cNvSpPr/>
          <p:nvPr userDrawn="1"/>
        </p:nvSpPr>
        <p:spPr bwMode="auto">
          <a:xfrm rot="7933215">
            <a:off x="6034329" y="5006663"/>
            <a:ext cx="1201179" cy="604951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28" tIns="45715" rIns="91428" bIns="4571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256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000" b="0" i="0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8C38856E-DF0D-49BD-A0AF-37F515F1D5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54052" y="1818873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Add a picture here</a:t>
            </a:r>
          </a:p>
        </p:txBody>
      </p:sp>
      <p:sp>
        <p:nvSpPr>
          <p:cNvPr id="20" name="Date Name Organization">
            <a:extLst>
              <a:ext uri="{FF2B5EF4-FFF2-40B4-BE49-F238E27FC236}">
                <a16:creationId xmlns:a16="http://schemas.microsoft.com/office/drawing/2014/main" id="{B679C166-F3F4-4469-BDA4-0521529C846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0825" y="4923646"/>
            <a:ext cx="5251984" cy="1056000"/>
          </a:xfrm>
        </p:spPr>
        <p:txBody>
          <a:bodyPr anchor="b"/>
          <a:lstStyle>
            <a:lvl1pPr marL="0" indent="0">
              <a:spcAft>
                <a:spcPts val="133"/>
              </a:spcAft>
              <a:buNone/>
              <a:defRPr sz="12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>
              <a:defRPr>
                <a:solidFill>
                  <a:schemeClr val="accent5"/>
                </a:solidFill>
              </a:defRPr>
            </a:lvl2pPr>
            <a:lvl3pPr>
              <a:defRPr>
                <a:solidFill>
                  <a:schemeClr val="accent5"/>
                </a:solidFill>
              </a:defRPr>
            </a:lvl3pPr>
            <a:lvl4pPr>
              <a:defRPr>
                <a:solidFill>
                  <a:schemeClr val="accent5"/>
                </a:solidFill>
              </a:defRPr>
            </a:lvl4pPr>
            <a:lvl5pPr>
              <a:defRPr>
                <a:solidFill>
                  <a:schemeClr val="accent5"/>
                </a:solidFill>
              </a:defRPr>
            </a:lvl5pPr>
          </a:lstStyle>
          <a:p>
            <a:pPr lvl="0"/>
            <a:r>
              <a:rPr lang="en-US" dirty="0"/>
              <a:t>[Date]</a:t>
            </a:r>
            <a:br>
              <a:rPr lang="en-US" dirty="0"/>
            </a:br>
            <a:r>
              <a:rPr lang="en-US" dirty="0"/>
              <a:t>[Name of moderator]</a:t>
            </a:r>
            <a:br>
              <a:rPr lang="en-US" dirty="0"/>
            </a:br>
            <a:r>
              <a:rPr lang="en-US" dirty="0"/>
              <a:t>[Organizational Unit]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BB533B0-3B2D-B6C5-041F-322965DA570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7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2F1406EC-9BFF-3460-49A6-84F969C645E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33267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2F1406EC-9BFF-3460-49A6-84F969C645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Graphic 18">
            <a:extLst>
              <a:ext uri="{FF2B5EF4-FFF2-40B4-BE49-F238E27FC236}">
                <a16:creationId xmlns:a16="http://schemas.microsoft.com/office/drawing/2014/main" id="{9E2366D4-7C96-A33F-7E29-165126626D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9DEE29F2-F280-4686-A9A8-3959443731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F71481AB-279E-41C8-ACA9-C2DA8D605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18E30B75-9CF0-0775-B941-FE7D212DB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3200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EE267CE-325C-462B-BBBE-BB1B3ABD1F8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3785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6A6015A9-B6EB-5E1B-D8F1-9914306E93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680963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6A6015A9-B6EB-5E1B-D8F1-9914306E93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999" y="1198800"/>
            <a:ext cx="11678400" cy="5040000"/>
          </a:xfrm>
        </p:spPr>
        <p:txBody>
          <a:bodyPr/>
          <a:lstStyle>
            <a:lvl1pPr marL="269875" indent="-269875">
              <a:buFont typeface="+mj-lt"/>
              <a:buAutoNum type="arabicPeriod"/>
              <a:defRPr sz="1800">
                <a:latin typeface="+mn-lt"/>
                <a:cs typeface="Arial" panose="020B0604020202020204" pitchFamily="34" charset="0"/>
              </a:defRPr>
            </a:lvl1pPr>
            <a:lvl2pPr marL="539750" indent="-269875">
              <a:buFont typeface="+mj-lt"/>
              <a:buAutoNum type="arabicPeriod"/>
              <a:defRPr sz="1600">
                <a:latin typeface="+mn-lt"/>
                <a:cs typeface="Arial" panose="020B0604020202020204" pitchFamily="34" charset="0"/>
              </a:defRPr>
            </a:lvl2pPr>
            <a:lvl3pPr marL="717550" indent="-177800">
              <a:buFont typeface="+mj-lt"/>
              <a:buAutoNum type="arabicPeriod"/>
              <a:tabLst/>
              <a:defRPr sz="1400">
                <a:latin typeface="+mn-lt"/>
                <a:cs typeface="Arial" panose="020B0604020202020204" pitchFamily="34" charset="0"/>
              </a:defRPr>
            </a:lvl3pPr>
            <a:lvl4pPr marL="898525" indent="-180975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4pPr>
            <a:lvl5pPr marL="1074738" indent="-176213">
              <a:buFont typeface="+mj-lt"/>
              <a:buAutoNum type="arabicPeriod"/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8031B39C-DF70-43CD-94D0-81EF6CC024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4ED371B5-D44C-4D74-B5F8-F89D42D71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23377CAE-C7EF-4319-6BB8-274061F36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1C20988F-DF90-0426-6149-7E7F6E5115D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DF790E7-FABD-22BC-1A6C-4795DDC869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8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B04C0D27-889B-3151-6ECA-B7B1AF6D645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438659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B04C0D27-889B-3151-6ECA-B7B1AF6D64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4715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D38D433-C715-4635-977C-8E54E7555A0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80731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7778DC4A-6DD8-4810-A49B-89B671171F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B66B4EB9-2868-4BA8-BD4D-16B8E7A16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4EA731-2898-D962-FAA6-B0737584A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45C87A36-AF1D-5E17-86AD-9CDBE1DEDA7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1A9075B-D713-88EB-05F2-FE6145569C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10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circle f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968A405-2ADD-CD83-F2C5-E4C87A464D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1524010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968A405-2ADD-CD83-F2C5-E4C87A464D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52000" cy="5040000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13444" y="1198800"/>
            <a:ext cx="5040000" cy="504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Add a picture here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3A975D44-BBDE-415E-AD10-4B5D27EC1F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D7853777-3467-41CD-B494-D2A35BD43D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7FB541-5D52-F76C-98B2-A93A3DE51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D9196592-353D-5060-F0CD-E79D796D1DD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DB166E9-4333-8D2E-1FBA-621B8B2101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4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947306-4C96-3088-EC34-17C69C1F9A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1088321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947306-4C96-3088-EC34-17C69C1F9A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000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632F94C8-BFF9-44C4-AD1A-92E5E5E20C6E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>
          <a:xfrm>
            <a:off x="6813533" y="1198800"/>
            <a:ext cx="5039466" cy="5040000"/>
          </a:xfrm>
          <a:custGeom>
            <a:avLst/>
            <a:gdLst>
              <a:gd name="connsiteX0" fmla="*/ 991609 w 1983218"/>
              <a:gd name="connsiteY0" fmla="*/ 0 h 1983428"/>
              <a:gd name="connsiteX1" fmla="*/ 1983218 w 1983218"/>
              <a:gd name="connsiteY1" fmla="*/ 991609 h 1983428"/>
              <a:gd name="connsiteX2" fmla="*/ 991399 w 1983218"/>
              <a:gd name="connsiteY2" fmla="*/ 1983428 h 1983428"/>
              <a:gd name="connsiteX3" fmla="*/ 237390 w 1983218"/>
              <a:gd name="connsiteY3" fmla="*/ 1635494 h 1983428"/>
              <a:gd name="connsiteX4" fmla="*/ 287345 w 1983218"/>
              <a:gd name="connsiteY4" fmla="*/ 1620941 h 1983428"/>
              <a:gd name="connsiteX5" fmla="*/ 339399 w 1983218"/>
              <a:gd name="connsiteY5" fmla="*/ 1616744 h 1983428"/>
              <a:gd name="connsiteX6" fmla="*/ 446934 w 1983218"/>
              <a:gd name="connsiteY6" fmla="*/ 1627798 h 1983428"/>
              <a:gd name="connsiteX7" fmla="*/ 538448 w 1983218"/>
              <a:gd name="connsiteY7" fmla="*/ 1637663 h 1983428"/>
              <a:gd name="connsiteX8" fmla="*/ 542996 w 1983218"/>
              <a:gd name="connsiteY8" fmla="*/ 1637593 h 1983428"/>
              <a:gd name="connsiteX9" fmla="*/ 620377 w 1983218"/>
              <a:gd name="connsiteY9" fmla="*/ 1612126 h 1983428"/>
              <a:gd name="connsiteX10" fmla="*/ 672640 w 1983218"/>
              <a:gd name="connsiteY10" fmla="*/ 1542861 h 1983428"/>
              <a:gd name="connsiteX11" fmla="*/ 686703 w 1983218"/>
              <a:gd name="connsiteY11" fmla="*/ 1502981 h 1983428"/>
              <a:gd name="connsiteX12" fmla="*/ 672570 w 1983218"/>
              <a:gd name="connsiteY12" fmla="*/ 1499413 h 1983428"/>
              <a:gd name="connsiteX13" fmla="*/ 667883 w 1983218"/>
              <a:gd name="connsiteY13" fmla="*/ 1508928 h 1983428"/>
              <a:gd name="connsiteX14" fmla="*/ 620517 w 1983218"/>
              <a:gd name="connsiteY14" fmla="*/ 1562941 h 1983428"/>
              <a:gd name="connsiteX15" fmla="*/ 586304 w 1983218"/>
              <a:gd name="connsiteY15" fmla="*/ 1579382 h 1983428"/>
              <a:gd name="connsiteX16" fmla="*/ 530752 w 1983218"/>
              <a:gd name="connsiteY16" fmla="*/ 1586029 h 1983428"/>
              <a:gd name="connsiteX17" fmla="*/ 488703 w 1983218"/>
              <a:gd name="connsiteY17" fmla="*/ 1584560 h 1983428"/>
              <a:gd name="connsiteX18" fmla="*/ 441757 w 1983218"/>
              <a:gd name="connsiteY18" fmla="*/ 1581621 h 1983428"/>
              <a:gd name="connsiteX19" fmla="*/ 392992 w 1983218"/>
              <a:gd name="connsiteY19" fmla="*/ 1579662 h 1983428"/>
              <a:gd name="connsiteX20" fmla="*/ 355001 w 1983218"/>
              <a:gd name="connsiteY20" fmla="*/ 1581551 h 1983428"/>
              <a:gd name="connsiteX21" fmla="*/ 619327 w 1983218"/>
              <a:gd name="connsiteY21" fmla="*/ 1228160 h 1983428"/>
              <a:gd name="connsiteX22" fmla="*/ 286715 w 1983218"/>
              <a:gd name="connsiteY22" fmla="*/ 1228160 h 1983428"/>
              <a:gd name="connsiteX23" fmla="*/ 260688 w 1983218"/>
              <a:gd name="connsiteY23" fmla="*/ 1328349 h 1983428"/>
              <a:gd name="connsiteX24" fmla="*/ 276221 w 1983218"/>
              <a:gd name="connsiteY24" fmla="*/ 1331847 h 1983428"/>
              <a:gd name="connsiteX25" fmla="*/ 280558 w 1983218"/>
              <a:gd name="connsiteY25" fmla="*/ 1323592 h 1983428"/>
              <a:gd name="connsiteX26" fmla="*/ 313092 w 1983218"/>
              <a:gd name="connsiteY26" fmla="*/ 1284901 h 1983428"/>
              <a:gd name="connsiteX27" fmla="*/ 345625 w 1983218"/>
              <a:gd name="connsiteY27" fmla="*/ 1271608 h 1983428"/>
              <a:gd name="connsiteX28" fmla="*/ 424825 w 1983218"/>
              <a:gd name="connsiteY28" fmla="*/ 1265451 h 1983428"/>
              <a:gd name="connsiteX29" fmla="*/ 453161 w 1983218"/>
              <a:gd name="connsiteY29" fmla="*/ 1265521 h 1983428"/>
              <a:gd name="connsiteX30" fmla="*/ 481777 w 1983218"/>
              <a:gd name="connsiteY30" fmla="*/ 1265451 h 1983428"/>
              <a:gd name="connsiteX31" fmla="*/ 218150 w 1983218"/>
              <a:gd name="connsiteY31" fmla="*/ 1611846 h 1983428"/>
              <a:gd name="connsiteX32" fmla="*/ 0 w 1983218"/>
              <a:gd name="connsiteY32" fmla="*/ 991609 h 1983428"/>
              <a:gd name="connsiteX33" fmla="*/ 991609 w 1983218"/>
              <a:gd name="connsiteY33" fmla="*/ 0 h 1983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42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399" y="1983428"/>
                </a:cubicBezTo>
                <a:cubicBezTo>
                  <a:pt x="689502" y="1983428"/>
                  <a:pt x="419298" y="1848327"/>
                  <a:pt x="237390" y="1635494"/>
                </a:cubicBezTo>
                <a:cubicBezTo>
                  <a:pt x="256211" y="1627098"/>
                  <a:pt x="265516" y="1624370"/>
                  <a:pt x="287345" y="1620941"/>
                </a:cubicBezTo>
                <a:cubicBezTo>
                  <a:pt x="304696" y="1618073"/>
                  <a:pt x="321418" y="1616744"/>
                  <a:pt x="339399" y="1616744"/>
                </a:cubicBezTo>
                <a:cubicBezTo>
                  <a:pt x="366265" y="1616744"/>
                  <a:pt x="393481" y="1619542"/>
                  <a:pt x="446934" y="1627798"/>
                </a:cubicBezTo>
                <a:cubicBezTo>
                  <a:pt x="499548" y="1635844"/>
                  <a:pt x="516479" y="1637663"/>
                  <a:pt x="538448" y="1637663"/>
                </a:cubicBezTo>
                <a:lnTo>
                  <a:pt x="542996" y="1637593"/>
                </a:lnTo>
                <a:cubicBezTo>
                  <a:pt x="572661" y="1637103"/>
                  <a:pt x="597708" y="1628917"/>
                  <a:pt x="620377" y="1612126"/>
                </a:cubicBezTo>
                <a:cubicBezTo>
                  <a:pt x="642416" y="1595824"/>
                  <a:pt x="658437" y="1574555"/>
                  <a:pt x="672640" y="1542861"/>
                </a:cubicBezTo>
                <a:cubicBezTo>
                  <a:pt x="679707" y="1527189"/>
                  <a:pt x="682086" y="1520472"/>
                  <a:pt x="686703" y="1502981"/>
                </a:cubicBezTo>
                <a:lnTo>
                  <a:pt x="672570" y="1499413"/>
                </a:lnTo>
                <a:cubicBezTo>
                  <a:pt x="670681" y="1503681"/>
                  <a:pt x="668932" y="1506829"/>
                  <a:pt x="667883" y="1508928"/>
                </a:cubicBezTo>
                <a:cubicBezTo>
                  <a:pt x="657108" y="1529568"/>
                  <a:pt x="639057" y="1550067"/>
                  <a:pt x="620517" y="1562941"/>
                </a:cubicBezTo>
                <a:cubicBezTo>
                  <a:pt x="609882" y="1570077"/>
                  <a:pt x="598408" y="1575674"/>
                  <a:pt x="586304" y="1579382"/>
                </a:cubicBezTo>
                <a:cubicBezTo>
                  <a:pt x="570702" y="1584140"/>
                  <a:pt x="554960" y="1586029"/>
                  <a:pt x="530752" y="1586029"/>
                </a:cubicBezTo>
                <a:cubicBezTo>
                  <a:pt x="519907" y="1586029"/>
                  <a:pt x="505565" y="1585539"/>
                  <a:pt x="488703" y="1584560"/>
                </a:cubicBezTo>
                <a:lnTo>
                  <a:pt x="441757" y="1581621"/>
                </a:lnTo>
                <a:cubicBezTo>
                  <a:pt x="419998" y="1580362"/>
                  <a:pt x="403696" y="1579662"/>
                  <a:pt x="392992" y="1579662"/>
                </a:cubicBezTo>
                <a:cubicBezTo>
                  <a:pt x="379069" y="1579662"/>
                  <a:pt x="372142" y="1580012"/>
                  <a:pt x="355001" y="1581551"/>
                </a:cubicBezTo>
                <a:lnTo>
                  <a:pt x="619327" y="1228160"/>
                </a:lnTo>
                <a:lnTo>
                  <a:pt x="286715" y="1228160"/>
                </a:lnTo>
                <a:lnTo>
                  <a:pt x="260688" y="1328349"/>
                </a:lnTo>
                <a:lnTo>
                  <a:pt x="276221" y="1331847"/>
                </a:lnTo>
                <a:cubicBezTo>
                  <a:pt x="278110" y="1327999"/>
                  <a:pt x="279579" y="1325411"/>
                  <a:pt x="280558" y="1323592"/>
                </a:cubicBezTo>
                <a:cubicBezTo>
                  <a:pt x="289234" y="1308059"/>
                  <a:pt x="302527" y="1292317"/>
                  <a:pt x="313092" y="1284901"/>
                </a:cubicBezTo>
                <a:cubicBezTo>
                  <a:pt x="322117" y="1278534"/>
                  <a:pt x="333172" y="1274057"/>
                  <a:pt x="345625" y="1271608"/>
                </a:cubicBezTo>
                <a:cubicBezTo>
                  <a:pt x="366125" y="1267620"/>
                  <a:pt x="394531" y="1265451"/>
                  <a:pt x="424825" y="1265451"/>
                </a:cubicBezTo>
                <a:lnTo>
                  <a:pt x="453161" y="1265521"/>
                </a:lnTo>
                <a:lnTo>
                  <a:pt x="481777" y="1265451"/>
                </a:lnTo>
                <a:lnTo>
                  <a:pt x="218150" y="1611846"/>
                </a:lnTo>
                <a:cubicBezTo>
                  <a:pt x="81789" y="1441972"/>
                  <a:pt x="0" y="1226411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940119E-5F10-4EB4-B937-FD54D14501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40454D8E-1F3F-4D16-AA7F-FBF0AED1B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CD87F0-7295-A6C5-953B-B78ED25DF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1646E722-F9F5-D5A2-A1BF-42BDDE2D1F9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FDD7CF3-6420-F55D-E388-6DDBB820FCE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4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, Safe Space image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570CFFD-C2E6-BF79-B3C5-31812399678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1805128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570CFFD-C2E6-BF79-B3C5-3181239967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3" y="1198800"/>
            <a:ext cx="5652000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8A849791-6852-4C64-AE72-FB234CCCE27F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813533" y="1198800"/>
            <a:ext cx="5040000" cy="5040000"/>
          </a:xfrm>
          <a:custGeom>
            <a:avLst/>
            <a:gdLst>
              <a:gd name="connsiteX0" fmla="*/ 991609 w 1983218"/>
              <a:gd name="connsiteY0" fmla="*/ 0 h 1983218"/>
              <a:gd name="connsiteX1" fmla="*/ 1983218 w 1983218"/>
              <a:gd name="connsiteY1" fmla="*/ 991609 h 1983218"/>
              <a:gd name="connsiteX2" fmla="*/ 991679 w 1983218"/>
              <a:gd name="connsiteY2" fmla="*/ 1983218 h 1983218"/>
              <a:gd name="connsiteX3" fmla="*/ 236970 w 1983218"/>
              <a:gd name="connsiteY3" fmla="*/ 1634445 h 1983218"/>
              <a:gd name="connsiteX4" fmla="*/ 303087 w 1983218"/>
              <a:gd name="connsiteY4" fmla="*/ 1615274 h 1983218"/>
              <a:gd name="connsiteX5" fmla="*/ 372492 w 1983218"/>
              <a:gd name="connsiteY5" fmla="*/ 1609677 h 1983218"/>
              <a:gd name="connsiteX6" fmla="*/ 515919 w 1983218"/>
              <a:gd name="connsiteY6" fmla="*/ 1624440 h 1983218"/>
              <a:gd name="connsiteX7" fmla="*/ 637938 w 1983218"/>
              <a:gd name="connsiteY7" fmla="*/ 1637593 h 1983218"/>
              <a:gd name="connsiteX8" fmla="*/ 643955 w 1983218"/>
              <a:gd name="connsiteY8" fmla="*/ 1637523 h 1983218"/>
              <a:gd name="connsiteX9" fmla="*/ 747083 w 1983218"/>
              <a:gd name="connsiteY9" fmla="*/ 1603520 h 1983218"/>
              <a:gd name="connsiteX10" fmla="*/ 816768 w 1983218"/>
              <a:gd name="connsiteY10" fmla="*/ 1511167 h 1983218"/>
              <a:gd name="connsiteX11" fmla="*/ 835448 w 1983218"/>
              <a:gd name="connsiteY11" fmla="*/ 1457994 h 1983218"/>
              <a:gd name="connsiteX12" fmla="*/ 816558 w 1983218"/>
              <a:gd name="connsiteY12" fmla="*/ 1453166 h 1983218"/>
              <a:gd name="connsiteX13" fmla="*/ 810261 w 1983218"/>
              <a:gd name="connsiteY13" fmla="*/ 1465830 h 1983218"/>
              <a:gd name="connsiteX14" fmla="*/ 747083 w 1983218"/>
              <a:gd name="connsiteY14" fmla="*/ 1537893 h 1983218"/>
              <a:gd name="connsiteX15" fmla="*/ 701466 w 1983218"/>
              <a:gd name="connsiteY15" fmla="*/ 1559862 h 1983218"/>
              <a:gd name="connsiteX16" fmla="*/ 627303 w 1983218"/>
              <a:gd name="connsiteY16" fmla="*/ 1568748 h 1983218"/>
              <a:gd name="connsiteX17" fmla="*/ 571192 w 1983218"/>
              <a:gd name="connsiteY17" fmla="*/ 1566789 h 1983218"/>
              <a:gd name="connsiteX18" fmla="*/ 508573 w 1983218"/>
              <a:gd name="connsiteY18" fmla="*/ 1562941 h 1983218"/>
              <a:gd name="connsiteX19" fmla="*/ 443576 w 1983218"/>
              <a:gd name="connsiteY19" fmla="*/ 1560352 h 1983218"/>
              <a:gd name="connsiteX20" fmla="*/ 392922 w 1983218"/>
              <a:gd name="connsiteY20" fmla="*/ 1562871 h 1983218"/>
              <a:gd name="connsiteX21" fmla="*/ 745334 w 1983218"/>
              <a:gd name="connsiteY21" fmla="*/ 1091659 h 1983218"/>
              <a:gd name="connsiteX22" fmla="*/ 301828 w 1983218"/>
              <a:gd name="connsiteY22" fmla="*/ 1091659 h 1983218"/>
              <a:gd name="connsiteX23" fmla="*/ 267125 w 1983218"/>
              <a:gd name="connsiteY23" fmla="*/ 1225291 h 1983218"/>
              <a:gd name="connsiteX24" fmla="*/ 287835 w 1983218"/>
              <a:gd name="connsiteY24" fmla="*/ 1229979 h 1983218"/>
              <a:gd name="connsiteX25" fmla="*/ 293572 w 1983218"/>
              <a:gd name="connsiteY25" fmla="*/ 1218924 h 1983218"/>
              <a:gd name="connsiteX26" fmla="*/ 336950 w 1983218"/>
              <a:gd name="connsiteY26" fmla="*/ 1167361 h 1983218"/>
              <a:gd name="connsiteX27" fmla="*/ 380328 w 1983218"/>
              <a:gd name="connsiteY27" fmla="*/ 1149659 h 1983218"/>
              <a:gd name="connsiteX28" fmla="*/ 485975 w 1983218"/>
              <a:gd name="connsiteY28" fmla="*/ 1141474 h 1983218"/>
              <a:gd name="connsiteX29" fmla="*/ 523755 w 1983218"/>
              <a:gd name="connsiteY29" fmla="*/ 1141544 h 1983218"/>
              <a:gd name="connsiteX30" fmla="*/ 561886 w 1983218"/>
              <a:gd name="connsiteY30" fmla="*/ 1141474 h 1983218"/>
              <a:gd name="connsiteX31" fmla="*/ 210943 w 1983218"/>
              <a:gd name="connsiteY31" fmla="*/ 1602681 h 1983218"/>
              <a:gd name="connsiteX32" fmla="*/ 0 w 1983218"/>
              <a:gd name="connsiteY32" fmla="*/ 991609 h 1983218"/>
              <a:gd name="connsiteX33" fmla="*/ 991609 w 1983218"/>
              <a:gd name="connsiteY33" fmla="*/ 0 h 1983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83218" h="1983218">
                <a:moveTo>
                  <a:pt x="991609" y="0"/>
                </a:moveTo>
                <a:cubicBezTo>
                  <a:pt x="1539293" y="0"/>
                  <a:pt x="1983218" y="443996"/>
                  <a:pt x="1983218" y="991609"/>
                </a:cubicBezTo>
                <a:cubicBezTo>
                  <a:pt x="1983218" y="1539293"/>
                  <a:pt x="1539293" y="1983218"/>
                  <a:pt x="991679" y="1983218"/>
                </a:cubicBezTo>
                <a:cubicBezTo>
                  <a:pt x="689362" y="1983218"/>
                  <a:pt x="418878" y="1847767"/>
                  <a:pt x="236970" y="1634445"/>
                </a:cubicBezTo>
                <a:cubicBezTo>
                  <a:pt x="261668" y="1623390"/>
                  <a:pt x="274122" y="1619822"/>
                  <a:pt x="303087" y="1615274"/>
                </a:cubicBezTo>
                <a:cubicBezTo>
                  <a:pt x="326245" y="1611496"/>
                  <a:pt x="348494" y="1609677"/>
                  <a:pt x="372492" y="1609677"/>
                </a:cubicBezTo>
                <a:cubicBezTo>
                  <a:pt x="408314" y="1609677"/>
                  <a:pt x="444625" y="1613455"/>
                  <a:pt x="515919" y="1624440"/>
                </a:cubicBezTo>
                <a:cubicBezTo>
                  <a:pt x="586024" y="1635144"/>
                  <a:pt x="608693" y="1637593"/>
                  <a:pt x="637938" y="1637593"/>
                </a:cubicBezTo>
                <a:lnTo>
                  <a:pt x="643955" y="1637523"/>
                </a:lnTo>
                <a:cubicBezTo>
                  <a:pt x="683485" y="1636823"/>
                  <a:pt x="716858" y="1625909"/>
                  <a:pt x="747083" y="1603520"/>
                </a:cubicBezTo>
                <a:cubicBezTo>
                  <a:pt x="776468" y="1581831"/>
                  <a:pt x="797807" y="1553425"/>
                  <a:pt x="816768" y="1511167"/>
                </a:cubicBezTo>
                <a:cubicBezTo>
                  <a:pt x="826073" y="1490317"/>
                  <a:pt x="829291" y="1481362"/>
                  <a:pt x="835448" y="1457994"/>
                </a:cubicBezTo>
                <a:lnTo>
                  <a:pt x="816558" y="1453166"/>
                </a:lnTo>
                <a:cubicBezTo>
                  <a:pt x="813969" y="1458763"/>
                  <a:pt x="811660" y="1463031"/>
                  <a:pt x="810261" y="1465830"/>
                </a:cubicBezTo>
                <a:cubicBezTo>
                  <a:pt x="795918" y="1493326"/>
                  <a:pt x="771850" y="1520752"/>
                  <a:pt x="747083" y="1537893"/>
                </a:cubicBezTo>
                <a:cubicBezTo>
                  <a:pt x="732950" y="1547478"/>
                  <a:pt x="717628" y="1554895"/>
                  <a:pt x="701466" y="1559862"/>
                </a:cubicBezTo>
                <a:cubicBezTo>
                  <a:pt x="680546" y="1566229"/>
                  <a:pt x="659557" y="1568748"/>
                  <a:pt x="627303" y="1568748"/>
                </a:cubicBezTo>
                <a:cubicBezTo>
                  <a:pt x="612821" y="1568748"/>
                  <a:pt x="593720" y="1568048"/>
                  <a:pt x="571192" y="1566789"/>
                </a:cubicBezTo>
                <a:lnTo>
                  <a:pt x="508573" y="1562941"/>
                </a:lnTo>
                <a:cubicBezTo>
                  <a:pt x="479608" y="1561262"/>
                  <a:pt x="457849" y="1560352"/>
                  <a:pt x="443576" y="1560352"/>
                </a:cubicBezTo>
                <a:cubicBezTo>
                  <a:pt x="425035" y="1560352"/>
                  <a:pt x="415800" y="1560842"/>
                  <a:pt x="392922" y="1562871"/>
                </a:cubicBezTo>
                <a:lnTo>
                  <a:pt x="745334" y="1091659"/>
                </a:lnTo>
                <a:lnTo>
                  <a:pt x="301828" y="1091659"/>
                </a:lnTo>
                <a:lnTo>
                  <a:pt x="267125" y="1225291"/>
                </a:lnTo>
                <a:lnTo>
                  <a:pt x="287835" y="1229979"/>
                </a:lnTo>
                <a:cubicBezTo>
                  <a:pt x="290283" y="1224871"/>
                  <a:pt x="292242" y="1221303"/>
                  <a:pt x="293572" y="1218924"/>
                </a:cubicBezTo>
                <a:cubicBezTo>
                  <a:pt x="305116" y="1198285"/>
                  <a:pt x="322817" y="1177225"/>
                  <a:pt x="336950" y="1167361"/>
                </a:cubicBezTo>
                <a:cubicBezTo>
                  <a:pt x="348984" y="1158895"/>
                  <a:pt x="363746" y="1152948"/>
                  <a:pt x="380328" y="1149659"/>
                </a:cubicBezTo>
                <a:cubicBezTo>
                  <a:pt x="407684" y="1144342"/>
                  <a:pt x="445605" y="1141474"/>
                  <a:pt x="485975" y="1141474"/>
                </a:cubicBezTo>
                <a:lnTo>
                  <a:pt x="523755" y="1141544"/>
                </a:lnTo>
                <a:lnTo>
                  <a:pt x="561886" y="1141474"/>
                </a:lnTo>
                <a:lnTo>
                  <a:pt x="210943" y="1602681"/>
                </a:lnTo>
                <a:cubicBezTo>
                  <a:pt x="78920" y="1434276"/>
                  <a:pt x="0" y="1222213"/>
                  <a:pt x="0" y="991609"/>
                </a:cubicBezTo>
                <a:cubicBezTo>
                  <a:pt x="0" y="443996"/>
                  <a:pt x="443996" y="0"/>
                  <a:pt x="99160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3FBEF06-3376-4805-93CA-9F93395D9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Footer Placeholder 3">
            <a:extLst>
              <a:ext uri="{FF2B5EF4-FFF2-40B4-BE49-F238E27FC236}">
                <a16:creationId xmlns:a16="http://schemas.microsoft.com/office/drawing/2014/main" id="{84B6CFBF-971A-45D4-9A48-C535D13B97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324DA5-252C-74DC-1CE5-E576586A4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6D8C7CCC-B41F-90D3-9779-A53FAFEBD62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031E07B-2A7A-AED0-5ABD-760BD618969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78664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box and 3 image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1A447B7-CC90-A32E-DFC0-7E1E1B168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374054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1A447B7-CC90-A32E-DFC0-7E1E1B168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3">
            <a:extLst>
              <a:ext uri="{FF2B5EF4-FFF2-40B4-BE49-F238E27FC236}">
                <a16:creationId xmlns:a16="http://schemas.microsoft.com/office/drawing/2014/main" id="{240E76D1-56AB-41F8-8334-371CEAB4738C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1079656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Add picture here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FDFBA93-64DC-4F26-953C-E4271D7A5F2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4871864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Add picture here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688288" y="1436992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Add picture here</a:t>
            </a:r>
          </a:p>
        </p:txBody>
      </p: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714EC8C7-A133-478F-BF8B-66FEF67BC7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Footer Placeholder 3">
            <a:extLst>
              <a:ext uri="{FF2B5EF4-FFF2-40B4-BE49-F238E27FC236}">
                <a16:creationId xmlns:a16="http://schemas.microsoft.com/office/drawing/2014/main" id="{E5C41A63-DFB8-45B3-BA91-86A5B9928F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9ECDE5-FFEA-2A2A-9BE3-3DA819864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0C1ECCF3-5556-23D4-3836-1A50EBEE4F6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A31730F-3B9B-75DA-6705-90541C0E25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442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V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63CF824-0541-B29E-8E4D-682D7B6A2E1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0874512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63CF824-0541-B29E-8E4D-682D7B6A2E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0660FE9-7058-445A-A87D-587C9395E97C}"/>
              </a:ext>
            </a:extLst>
          </p:cNvPr>
          <p:cNvSpPr/>
          <p:nvPr userDrawn="1"/>
        </p:nvSpPr>
        <p:spPr>
          <a:xfrm>
            <a:off x="8234008" y="0"/>
            <a:ext cx="3960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/>
            <a:endParaRPr lang="en-US" sz="1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33BE1813-D5B5-4415-BB63-F6AD5397276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9254008" y="1509000"/>
            <a:ext cx="1920000" cy="1920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1333">
                <a:solidFill>
                  <a:srgbClr val="2167AE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Add picture here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22F76E53-ED3E-4712-828A-462700FD5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4" y="1206178"/>
            <a:ext cx="7621515" cy="5040145"/>
          </a:xfrm>
        </p:spPr>
        <p:txBody>
          <a:bodyPr lIns="72000" tIns="0" rIns="72000" bIns="72000"/>
          <a:lstStyle>
            <a:lvl1pPr>
              <a:defRPr sz="1800">
                <a:latin typeface="+mn-lt"/>
                <a:cs typeface="Arial" panose="020B0604020202020204" pitchFamily="34" charset="0"/>
              </a:defRPr>
            </a:lvl1pPr>
            <a:lvl2pPr>
              <a:defRPr sz="1600">
                <a:latin typeface="+mn-lt"/>
                <a:cs typeface="Arial" panose="020B0604020202020204" pitchFamily="34" charset="0"/>
              </a:defRPr>
            </a:lvl2pPr>
            <a:lvl3pPr>
              <a:defRPr sz="1400">
                <a:latin typeface="+mn-lt"/>
                <a:cs typeface="Arial" panose="020B0604020202020204" pitchFamily="34" charset="0"/>
              </a:defRPr>
            </a:lvl3pPr>
            <a:lvl4pPr>
              <a:defRPr sz="1200">
                <a:latin typeface="+mn-lt"/>
                <a:cs typeface="Arial" panose="020B0604020202020204" pitchFamily="34" charset="0"/>
              </a:defRPr>
            </a:lvl4pPr>
            <a:lvl5pPr>
              <a:defRPr sz="1200">
                <a:latin typeface="+mn-lt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E83A98D-348B-40D1-B8DE-954D062DE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0454A9A-E833-4775-8C2D-33EB42BCE6B5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36" name="Footer Placeholder 3">
            <a:extLst>
              <a:ext uri="{FF2B5EF4-FFF2-40B4-BE49-F238E27FC236}">
                <a16:creationId xmlns:a16="http://schemas.microsoft.com/office/drawing/2014/main" id="{D4697806-E525-43F1-B233-E030C6B5F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B431D7-B606-4E7E-44D7-8C0E48BF1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7621513" cy="36009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14">
            <a:extLst>
              <a:ext uri="{FF2B5EF4-FFF2-40B4-BE49-F238E27FC236}">
                <a16:creationId xmlns:a16="http://schemas.microsoft.com/office/drawing/2014/main" id="{FA72DD7E-DFC5-8204-E32E-7DAE6E4AF9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250825" y="666073"/>
            <a:ext cx="9583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  <a:lvl2pPr marL="239712" indent="0">
              <a:buNone/>
              <a:defRPr sz="1800">
                <a:solidFill>
                  <a:schemeClr val="accent1"/>
                </a:solidFill>
              </a:defRPr>
            </a:lvl2pPr>
            <a:lvl3pPr marL="538163" indent="0">
              <a:buNone/>
              <a:defRPr sz="1800">
                <a:solidFill>
                  <a:schemeClr val="accent1"/>
                </a:solidFill>
              </a:defRPr>
            </a:lvl3pPr>
            <a:lvl4pPr marL="719138" indent="0">
              <a:buNone/>
              <a:defRPr sz="1800">
                <a:solidFill>
                  <a:schemeClr val="accent1"/>
                </a:solidFill>
              </a:defRPr>
            </a:lvl4pPr>
            <a:lvl5pPr marL="985837" indent="0">
              <a:buNone/>
              <a:defRPr sz="18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 dirty="0"/>
              <a:t>Click to edit Master subtitle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59E6F51-3CC1-054E-AC22-DEC17C9E8D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8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57A200D9-EAA9-B39A-6954-5AB51DB1E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843882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57A200D9-EAA9-B39A-6954-5AB51DB1E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613BA4-3F37-477A-9F83-816FFC375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ooter Placeholder 3">
            <a:extLst>
              <a:ext uri="{FF2B5EF4-FFF2-40B4-BE49-F238E27FC236}">
                <a16:creationId xmlns:a16="http://schemas.microsoft.com/office/drawing/2014/main" id="{3866945B-F4D3-4972-8A47-C02C9E2AC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830DE1-3CC4-FD69-2FFB-1DCBD784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25828A9-363D-89E8-7198-DE8C7CB7ADC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70363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870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83AD1AD-1FBD-FFA9-D7EA-C0C4A69C40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138978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83AD1AD-1FBD-FFA9-D7EA-C0C4A69C40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1B8922-F046-4949-89A1-82828F430E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51A83C0-E586-4207-B521-E42A4141A0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48967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623B1-1C7B-34B7-5D56-8D03EB4C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2902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1709222-DABD-4836-DB55-D5C6C9DA4B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615735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1709222-DABD-4836-DB55-D5C6C9DA4B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E1605E3C-D76A-4678-9277-BF9E20857561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48128" y="1442037"/>
            <a:ext cx="4320000" cy="43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rgbClr val="1C67AF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noProof="0" dirty="0"/>
              <a:t>Add a picture here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6366AC5-1BE2-4E7D-B883-89CAF96B3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4512" y="6548967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885360-8473-4699-801C-9B04E3D233C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section title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A57272B1-D4B7-4B27-9A7A-1EB4697DECEC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section subtitle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BD5901E-5EDC-03E0-069C-4C3ED6107E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21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8A9E0DE-846D-FF38-B2EC-DA3678E2E7E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965754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8A9E0DE-846D-FF38-B2EC-DA3678E2E7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8BACFF7A-0A26-4F0A-A400-3AF20106862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0825" y="2526835"/>
            <a:ext cx="6722148" cy="2242079"/>
          </a:xfrm>
        </p:spPr>
        <p:txBody>
          <a:bodyPr vert="horz" anchor="b">
            <a:noAutofit/>
          </a:bodyPr>
          <a:lstStyle>
            <a:lvl1pPr algn="l">
              <a:defRPr sz="36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D52D574-4430-4847-B932-BA1C1DC56322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250825" y="4948301"/>
            <a:ext cx="6719063" cy="1283999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207E0EDD-CE7D-485D-90AA-EB92659F4C2E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9061251" y="1902437"/>
            <a:ext cx="3120000" cy="3120000"/>
          </a:xfrm>
          <a:prstGeom prst="ellipse">
            <a:avLst/>
          </a:prstGeom>
        </p:spPr>
        <p:txBody>
          <a:bodyPr/>
          <a:lstStyle>
            <a:lvl1pPr algn="ctr">
              <a:buNone/>
              <a:defRPr b="0" i="0">
                <a:solidFill>
                  <a:schemeClr val="accent5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GB" dirty="0"/>
              <a:t>Add a picture here</a:t>
            </a:r>
          </a:p>
        </p:txBody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CDD94F9F-17AF-4158-8273-144D6BB8BFBA}"/>
              </a:ext>
            </a:extLst>
          </p:cNvPr>
          <p:cNvSpPr/>
          <p:nvPr userDrawn="1"/>
        </p:nvSpPr>
        <p:spPr bwMode="auto">
          <a:xfrm rot="735038">
            <a:off x="9719774" y="4974386"/>
            <a:ext cx="933047" cy="469973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03EA52F0-9F47-4C1A-A653-1F060850BB16}"/>
              </a:ext>
            </a:extLst>
          </p:cNvPr>
          <p:cNvSpPr/>
          <p:nvPr userDrawn="1"/>
        </p:nvSpPr>
        <p:spPr bwMode="auto">
          <a:xfrm rot="8315714" flipH="1">
            <a:off x="9180227" y="5547933"/>
            <a:ext cx="1677271" cy="863308"/>
          </a:xfrm>
          <a:custGeom>
            <a:avLst/>
            <a:gdLst>
              <a:gd name="connsiteX0" fmla="*/ 531 w 1423686"/>
              <a:gd name="connsiteY0" fmla="*/ 0 h 717107"/>
              <a:gd name="connsiteX1" fmla="*/ 1423155 w 1423686"/>
              <a:gd name="connsiteY1" fmla="*/ 0 h 717107"/>
              <a:gd name="connsiteX2" fmla="*/ 1423686 w 1423686"/>
              <a:gd name="connsiteY2" fmla="*/ 5264 h 717107"/>
              <a:gd name="connsiteX3" fmla="*/ 711843 w 1423686"/>
              <a:gd name="connsiteY3" fmla="*/ 717107 h 717107"/>
              <a:gd name="connsiteX4" fmla="*/ 0 w 1423686"/>
              <a:gd name="connsiteY4" fmla="*/ 5264 h 717107"/>
              <a:gd name="connsiteX5" fmla="*/ 531 w 1423686"/>
              <a:gd name="connsiteY5" fmla="*/ 0 h 717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23686" h="717107">
                <a:moveTo>
                  <a:pt x="531" y="0"/>
                </a:moveTo>
                <a:lnTo>
                  <a:pt x="1423155" y="0"/>
                </a:lnTo>
                <a:lnTo>
                  <a:pt x="1423686" y="5264"/>
                </a:lnTo>
                <a:cubicBezTo>
                  <a:pt x="1423686" y="398404"/>
                  <a:pt x="1104983" y="717107"/>
                  <a:pt x="711843" y="717107"/>
                </a:cubicBezTo>
                <a:cubicBezTo>
                  <a:pt x="318703" y="717107"/>
                  <a:pt x="0" y="398404"/>
                  <a:pt x="0" y="5264"/>
                </a:cubicBezTo>
                <a:lnTo>
                  <a:pt x="531" y="0"/>
                </a:lnTo>
                <a:close/>
              </a:path>
            </a:pathLst>
          </a:cu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AED791D-1518-403F-BA5A-79F94E7CDCCB}"/>
              </a:ext>
            </a:extLst>
          </p:cNvPr>
          <p:cNvSpPr>
            <a:spLocks noChangeAspect="1"/>
          </p:cNvSpPr>
          <p:nvPr userDrawn="1"/>
        </p:nvSpPr>
        <p:spPr bwMode="auto">
          <a:xfrm rot="5400000">
            <a:off x="10403602" y="5983124"/>
            <a:ext cx="875301" cy="874456"/>
          </a:xfrm>
          <a:prstGeom prst="ellipse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12191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ES" sz="2400" b="0" i="0" u="none" strike="noStrike" cap="none" normalizeH="0" baseline="0" dirty="0">
              <a:ln>
                <a:noFill/>
              </a:ln>
              <a:solidFill>
                <a:schemeClr val="accent6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4649C4-0FE0-4E4D-B386-F39D40C28AE9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solidFill>
                  <a:schemeClr val="accent6"/>
                </a:solidFill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F7F0AF8-1804-46CE-C00E-14D625846D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6" y="152373"/>
            <a:ext cx="1782000" cy="689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543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Object 19" hidden="1">
            <a:extLst>
              <a:ext uri="{FF2B5EF4-FFF2-40B4-BE49-F238E27FC236}">
                <a16:creationId xmlns:a16="http://schemas.microsoft.com/office/drawing/2014/main" id="{9744A14C-A64C-0BD4-4306-BBB8201349B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71958900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7772400" imgH="10058400" progId="TCLayout.ActiveDocument.1">
                  <p:embed/>
                </p:oleObj>
              </mc:Choice>
              <mc:Fallback>
                <p:oleObj name="think-cell Slide" r:id="rId17" imgW="7772400" imgH="10058400" progId="TCLayout.ActiveDocument.1">
                  <p:embed/>
                  <p:pic>
                    <p:nvPicPr>
                      <p:cNvPr id="20" name="Object 19" hidden="1">
                        <a:extLst>
                          <a:ext uri="{FF2B5EF4-FFF2-40B4-BE49-F238E27FC236}">
                            <a16:creationId xmlns:a16="http://schemas.microsoft.com/office/drawing/2014/main" id="{9744A14C-A64C-0BD4-4306-BBB820134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0825" y="961200"/>
            <a:ext cx="11677649" cy="52784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04512" y="6564842"/>
            <a:ext cx="551115" cy="1819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FA58F0B4-6BC7-4BFB-804F-EE9B892902C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4E9977-C3E2-4A29-A565-FFA15C7CA5E3}"/>
              </a:ext>
            </a:extLst>
          </p:cNvPr>
          <p:cNvSpPr txBox="1"/>
          <p:nvPr userDrawn="1"/>
        </p:nvSpPr>
        <p:spPr>
          <a:xfrm>
            <a:off x="11158230" y="6548967"/>
            <a:ext cx="699337" cy="1435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defPPr>
              <a:defRPr lang="en-US"/>
            </a:defPPr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sz="900" dirty="0">
                <a:latin typeface="+mn-lt"/>
                <a:cs typeface="Arial" panose="020B0604020202020204" pitchFamily="34" charset="0"/>
              </a:rPr>
              <a:t>© Zurich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DD3C19F-8057-4A4E-9322-AA44FA531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1053" y="6564842"/>
            <a:ext cx="8112000" cy="18196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900">
                <a:solidFill>
                  <a:schemeClr val="accent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82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69" r:id="rId4"/>
    <p:sldLayoutId id="2147483663" r:id="rId5"/>
    <p:sldLayoutId id="2147483664" r:id="rId6"/>
    <p:sldLayoutId id="2147483672" r:id="rId7"/>
    <p:sldLayoutId id="2147483673" r:id="rId8"/>
    <p:sldLayoutId id="2147483671" r:id="rId9"/>
    <p:sldLayoutId id="2147483674" r:id="rId10"/>
    <p:sldLayoutId id="2147483665" r:id="rId11"/>
    <p:sldLayoutId id="2147483675" r:id="rId12"/>
    <p:sldLayoutId id="2147483670" r:id="rId13"/>
    <p:sldLayoutId id="2147483667" r:id="rId14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accent1"/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268288" indent="-2682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1pPr>
      <a:lvl2pPr marL="447675" indent="-207963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6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2pPr>
      <a:lvl3pPr marL="719138" indent="-180975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4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3pPr>
      <a:lvl4pPr marL="896938" indent="-17780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−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4pPr>
      <a:lvl5pPr marL="1165225" indent="-179388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56" userDrawn="1">
          <p15:clr>
            <a:srgbClr val="F26B43"/>
          </p15:clr>
        </p15:guide>
        <p15:guide id="2" pos="158">
          <p15:clr>
            <a:srgbClr val="F26B43"/>
          </p15:clr>
        </p15:guide>
        <p15:guide id="3" pos="7514" userDrawn="1">
          <p15:clr>
            <a:srgbClr val="F26B43"/>
          </p15:clr>
        </p15:guide>
        <p15:guide id="4" pos="3953" userDrawn="1">
          <p15:clr>
            <a:srgbClr val="F26B43"/>
          </p15:clr>
        </p15:guide>
        <p15:guide id="6" orient="horz" pos="4133" userDrawn="1">
          <p15:clr>
            <a:srgbClr val="F26B43"/>
          </p15:clr>
        </p15:guide>
        <p15:guide id="7" pos="3716" userDrawn="1">
          <p15:clr>
            <a:srgbClr val="F26B43"/>
          </p15:clr>
        </p15:guide>
        <p15:guide id="8" orient="horz" pos="3929" userDrawn="1">
          <p15:clr>
            <a:srgbClr val="F26B43"/>
          </p15:clr>
        </p15:guide>
        <p15:guide id="9" orient="horz" pos="6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Relationship Id="rId6" Type="http://schemas.openxmlformats.org/officeDocument/2006/relationships/image" Target="../media/image20.pn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16.bin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18124BF-335B-7EDB-9CD5-FA1725C9EDE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8124BF-335B-7EDB-9CD5-FA1725C9ED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AB87AC45-286B-A6D5-B8BF-325A71412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000" y="1198800"/>
            <a:ext cx="4653280" cy="4736779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Drawback</a:t>
            </a:r>
            <a:endParaRPr lang="en-GB" dirty="0"/>
          </a:p>
          <a:p>
            <a:pPr fontAlgn="ctr"/>
            <a:r>
              <a:rPr lang="en-GB" dirty="0"/>
              <a:t>Zurich Specialties treats repeat customers as new business every year</a:t>
            </a:r>
          </a:p>
          <a:p>
            <a:pPr fontAlgn="ctr"/>
            <a:r>
              <a:rPr lang="en-GB" dirty="0"/>
              <a:t>UW spends in </a:t>
            </a:r>
            <a:r>
              <a:rPr lang="en-GB" dirty="0" err="1"/>
              <a:t>avg</a:t>
            </a:r>
            <a:r>
              <a:rPr lang="en-GB" dirty="0"/>
              <a:t> 55–80 min per submission doing manual research</a:t>
            </a:r>
          </a:p>
          <a:p>
            <a:pPr fontAlgn="ctr"/>
            <a:r>
              <a:rPr lang="en-GB" dirty="0"/>
              <a:t>46,318 submissions (2021–2026) contain the answer — unused</a:t>
            </a:r>
          </a:p>
          <a:p>
            <a:pPr marL="0" indent="0">
              <a:spcAft>
                <a:spcPts val="1200"/>
              </a:spcAft>
              <a:buNone/>
            </a:pPr>
            <a:endParaRPr lang="en-GB" sz="1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46CE35-BFEF-412D-A1D7-989D54BE2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LID4096"/>
            </a:defPPr>
            <a:lvl1pPr marL="0" algn="r" defTabSz="9144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A58F0B4-6BC7-4BFB-804F-EE9B892902C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4042D1-D831-4FD5-99D8-4E48755D4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</p:spPr>
        <p:txBody>
          <a:bodyPr vert="horz"/>
          <a:lstStyle/>
          <a:p>
            <a:r>
              <a:rPr lang="en-GB" b="1" dirty="0"/>
              <a:t>Problem Approach &amp; Solution Design</a:t>
            </a:r>
            <a:endParaRPr lang="en-US" sz="3600" dirty="0">
              <a:latin typeface="+mn-lt"/>
            </a:endParaRP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5C0F2199-28A1-CBBF-25A0-A528D1777C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0825" y="666073"/>
            <a:ext cx="9583200" cy="276999"/>
          </a:xfrm>
        </p:spPr>
        <p:txBody>
          <a:bodyPr/>
          <a:lstStyle/>
          <a:p>
            <a:r>
              <a:rPr lang="en-GB" i="1" dirty="0"/>
              <a:t>From 80 minutes to 3 minutes — EOS AI for Repeat Submissions</a:t>
            </a:r>
            <a:endParaRPr lang="en-GB" dirty="0"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E1011135-68A2-0BB0-83A1-7FE374651584}"/>
              </a:ext>
            </a:extLst>
          </p:cNvPr>
          <p:cNvSpPr txBox="1">
            <a:spLocks/>
          </p:cNvSpPr>
          <p:nvPr/>
        </p:nvSpPr>
        <p:spPr>
          <a:xfrm>
            <a:off x="4905279" y="1198800"/>
            <a:ext cx="7801137" cy="4736779"/>
          </a:xfrm>
          <a:prstGeom prst="rect">
            <a:avLst/>
          </a:prstGeom>
        </p:spPr>
        <p:txBody>
          <a:bodyPr vert="horz" lIns="72000" tIns="0" rIns="72000" bIns="72000" rtlCol="0" anchor="t" anchorCtr="0">
            <a:noAutofit/>
          </a:bodyPr>
          <a:lstStyle>
            <a:lvl1pPr marL="268288" indent="-26828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47675" indent="-207963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−"/>
              <a:defRPr sz="1600" kern="120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719138" indent="-18097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−"/>
              <a:defRPr sz="1400" kern="120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896938" indent="-1778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−"/>
              <a:defRPr sz="1200" kern="120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165225" indent="-179388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dirty="0"/>
              <a:t>Advantage:</a:t>
            </a:r>
            <a:endParaRPr lang="en-GB" dirty="0"/>
          </a:p>
          <a:p>
            <a:pPr fontAlgn="ctr"/>
            <a:r>
              <a:rPr lang="en-GB" dirty="0"/>
              <a:t>EOS AI: 18-tool </a:t>
            </a:r>
            <a:r>
              <a:rPr lang="en-GB" dirty="0" err="1"/>
              <a:t>ReAct</a:t>
            </a:r>
            <a:r>
              <a:rPr lang="en-GB" dirty="0"/>
              <a:t> agent (Claude Sonnet 4.6)</a:t>
            </a:r>
          </a:p>
          <a:p>
            <a:pPr fontAlgn="ctr"/>
            <a:r>
              <a:rPr lang="en-GB" dirty="0"/>
              <a:t>Knowledge Graph: 10,232 nodes · 36,312 edges</a:t>
            </a:r>
          </a:p>
          <a:p>
            <a:pPr fontAlgn="ctr"/>
            <a:r>
              <a:rPr lang="en-GB" dirty="0"/>
              <a:t>4 MCP servers · </a:t>
            </a:r>
            <a:r>
              <a:rPr lang="en-GB" dirty="0" err="1"/>
              <a:t>asyncio.gather</a:t>
            </a:r>
            <a:r>
              <a:rPr lang="en-GB" dirty="0"/>
              <a:t> parallel execution</a:t>
            </a:r>
          </a:p>
          <a:p>
            <a:pPr fontAlgn="ctr"/>
            <a:r>
              <a:rPr lang="en-GB" dirty="0"/>
              <a:t>RAG on 3 Zurich UW guideline PDFs</a:t>
            </a:r>
          </a:p>
          <a:p>
            <a:pPr fontAlgn="ctr"/>
            <a:r>
              <a:rPr lang="en-GB" dirty="0"/>
              <a:t>Event-driven watcher: auto-analyses new PDFs in 30s</a:t>
            </a:r>
          </a:p>
          <a:p>
            <a:pPr fontAlgn="ctr"/>
            <a:r>
              <a:rPr lang="en-GB" dirty="0"/>
              <a:t>EU AI Act Art.10/12/13/14/15 compliant from day 1</a:t>
            </a:r>
          </a:p>
          <a:p>
            <a:pPr marL="0" indent="0">
              <a:spcAft>
                <a:spcPts val="1200"/>
              </a:spcAft>
              <a:buFont typeface="Arial" panose="020B0604020202020204" pitchFamily="34" charset="0"/>
              <a:buNone/>
            </a:pPr>
            <a:endParaRPr lang="en-GB" sz="16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194C0CE-530A-ED7F-3C3B-86EF067101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1840" y="3930254"/>
            <a:ext cx="4210102" cy="270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53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898B64-6378-4D9C-8709-5EF79190CB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999" y="1198800"/>
            <a:ext cx="10121054" cy="5040145"/>
          </a:xfrm>
        </p:spPr>
        <p:txBody>
          <a:bodyPr/>
          <a:lstStyle/>
          <a:p>
            <a:pPr marL="0" indent="0" fontAlgn="ctr">
              <a:buNone/>
            </a:pPr>
            <a:r>
              <a:rPr lang="en-GB" b="1" dirty="0"/>
              <a:t>Main Metrics :</a:t>
            </a:r>
          </a:p>
          <a:p>
            <a:pPr fontAlgn="ctr"/>
            <a:r>
              <a:rPr lang="en-GB" dirty="0"/>
              <a:t>⏱ </a:t>
            </a:r>
            <a:r>
              <a:rPr lang="en-GB" b="1" dirty="0"/>
              <a:t>55–80 min → &lt; 3 min</a:t>
            </a:r>
            <a:r>
              <a:rPr lang="en-GB" dirty="0"/>
              <a:t> per repeat submission</a:t>
            </a:r>
          </a:p>
          <a:p>
            <a:pPr fontAlgn="ctr"/>
            <a:r>
              <a:rPr lang="en-GB" dirty="0"/>
              <a:t>📊 </a:t>
            </a:r>
            <a:r>
              <a:rPr lang="en-GB" b="1" dirty="0"/>
              <a:t>34% of book</a:t>
            </a:r>
            <a:r>
              <a:rPr lang="en-GB" dirty="0"/>
              <a:t> are repeat customers (9,078 identified)</a:t>
            </a:r>
          </a:p>
          <a:p>
            <a:pPr fontAlgn="ctr"/>
            <a:r>
              <a:rPr lang="en-GB" dirty="0"/>
              <a:t>🎯 </a:t>
            </a:r>
            <a:r>
              <a:rPr lang="en-GB" b="1" dirty="0"/>
              <a:t>Bind rate proof:</a:t>
            </a:r>
            <a:r>
              <a:rPr lang="en-GB" dirty="0"/>
              <a:t> FAST_TRACK 68% · STANDARD_UW 41% · FRESH_UW 12%</a:t>
            </a:r>
          </a:p>
          <a:p>
            <a:pPr marL="0" indent="0" fontAlgn="ctr">
              <a:buNone/>
            </a:pPr>
            <a:endParaRPr lang="en-GB" dirty="0"/>
          </a:p>
          <a:p>
            <a:pPr marL="0" indent="0" fontAlgn="ctr">
              <a:buNone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Additional Key insights:</a:t>
            </a:r>
            <a:endParaRPr lang="en-GB" dirty="0"/>
          </a:p>
          <a:p>
            <a:pPr fontAlgn="ctr"/>
            <a:r>
              <a:rPr lang="en-GB" dirty="0"/>
              <a:t>Knowledge Graph reveals hidden cascade risks (broker failure → portfolio contagion)</a:t>
            </a:r>
          </a:p>
          <a:p>
            <a:pPr fontAlgn="ctr"/>
            <a:r>
              <a:rPr lang="en-GB" dirty="0"/>
              <a:t>Digital twin matching: new submissions matched to structural peers in real time</a:t>
            </a:r>
          </a:p>
          <a:p>
            <a:pPr fontAlgn="ctr"/>
            <a:r>
              <a:rPr lang="en-GB" dirty="0"/>
              <a:t>Chain of thought visible to UW — no black box</a:t>
            </a:r>
          </a:p>
          <a:p>
            <a:pPr fontAlgn="ctr"/>
            <a:r>
              <a:rPr lang="en-GB" dirty="0"/>
              <a:t>Full audit trail in </a:t>
            </a:r>
            <a:r>
              <a:rPr lang="en-GB" dirty="0" err="1"/>
              <a:t>decisions_log.jsonl</a:t>
            </a:r>
            <a:r>
              <a:rPr lang="en-GB" dirty="0"/>
              <a:t> (EU AI Act Art. 12)</a:t>
            </a:r>
          </a:p>
          <a:p>
            <a:pPr fontAlgn="ctr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66489-6CAD-DF07-221F-C9D7301B7B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58F0B4-6BC7-4BFB-804F-EE9B892902C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679E7-5E5B-3379-F426-A2B8DF3AB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F1A524-133F-B638-A3E4-B5939C6C4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</p:spPr>
        <p:txBody>
          <a:bodyPr/>
          <a:lstStyle/>
          <a:p>
            <a:r>
              <a:rPr lang="en-GB" b="1" dirty="0"/>
              <a:t>Results &amp; Key Insights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11AEE14-84FD-8F60-1C3F-EB17756BA07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0825" y="666073"/>
            <a:ext cx="9583200" cy="276999"/>
          </a:xfrm>
        </p:spPr>
        <p:txBody>
          <a:bodyPr/>
          <a:lstStyle/>
          <a:p>
            <a:r>
              <a:rPr lang="en-GB" i="1" dirty="0"/>
              <a:t>Validated results on 9,078 repeat customers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649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1EEC3-84A3-2D60-D182-50086A946D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58F0B4-6BC7-4BFB-804F-EE9B892902C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699B4-07CC-F8C1-3235-70472AA965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1D0D8E3-E433-275D-7D66-013DD5984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826" y="249926"/>
            <a:ext cx="9586415" cy="360099"/>
          </a:xfrm>
        </p:spPr>
        <p:txBody>
          <a:bodyPr/>
          <a:lstStyle/>
          <a:p>
            <a:r>
              <a:rPr lang="en-GB" b="1" dirty="0"/>
              <a:t>Next Steps &amp; Recommendations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4E6796E-B349-E1F7-9AF2-3C502CA278D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50825" y="666073"/>
            <a:ext cx="9583200" cy="276999"/>
          </a:xfrm>
        </p:spPr>
        <p:txBody>
          <a:bodyPr/>
          <a:lstStyle/>
          <a:p>
            <a:r>
              <a:rPr lang="en-GB" i="1" dirty="0"/>
              <a:t>Production roadmap — three phases, clear governance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BDFA34-C8FE-6B41-742B-34D407BEBD7B}"/>
              </a:ext>
            </a:extLst>
          </p:cNvPr>
          <p:cNvSpPr txBox="1"/>
          <p:nvPr/>
        </p:nvSpPr>
        <p:spPr>
          <a:xfrm>
            <a:off x="179704" y="1068363"/>
            <a:ext cx="11646535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i="1" dirty="0">
                <a:solidFill>
                  <a:schemeClr val="accent1"/>
                </a:solidFill>
              </a:rPr>
              <a:t>## Horizon 1 — Production Ready (0–3 months)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Docker/K8s for all 4 MCP servers · PostgreSQL · Azure AD SSO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CI/CD pipeline: lint → tests → staging → production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Observability: structured logging · token cost tracking · latency dashboards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 Azure Key Vault for secrets · role-based access (UW / Team Lead / Admin)</a:t>
            </a:r>
          </a:p>
          <a:p>
            <a:pPr marL="285750" indent="-285750">
              <a:buFontTx/>
              <a:buChar char="-"/>
            </a:pPr>
            <a:endParaRPr lang="en-GB" sz="1600" dirty="0">
              <a:solidFill>
                <a:schemeClr val="accent1"/>
              </a:solidFill>
            </a:endParaRPr>
          </a:p>
          <a:p>
            <a:r>
              <a:rPr lang="en-GB" sz="1600" b="1" i="1" dirty="0">
                <a:solidFill>
                  <a:schemeClr val="accent1"/>
                </a:solidFill>
              </a:rPr>
              <a:t>## Horizon 2 — Scale &amp; Reliability (3–6 months)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React + </a:t>
            </a:r>
            <a:r>
              <a:rPr lang="en-GB" sz="1600" dirty="0" err="1">
                <a:solidFill>
                  <a:schemeClr val="accent1"/>
                </a:solidFill>
              </a:rPr>
              <a:t>FastAPI</a:t>
            </a:r>
            <a:r>
              <a:rPr lang="en-GB" sz="1600" dirty="0">
                <a:solidFill>
                  <a:schemeClr val="accent1"/>
                </a:solidFill>
              </a:rPr>
              <a:t> frontend · WebSocket streaming · Agent Gateway with rate limiting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Kafka event-driven ingestion (replace 30s file watcher)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Neo4j persistent KG with timestamped edges · `</a:t>
            </a:r>
            <a:r>
              <a:rPr lang="en-GB" sz="1600" dirty="0" err="1">
                <a:solidFill>
                  <a:schemeClr val="accent1"/>
                </a:solidFill>
              </a:rPr>
              <a:t>snapshot_at</a:t>
            </a:r>
            <a:r>
              <a:rPr lang="en-GB" sz="1600" dirty="0">
                <a:solidFill>
                  <a:schemeClr val="accent1"/>
                </a:solidFill>
              </a:rPr>
              <a:t>(date)` queries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Azure AI Search managed vector store · automated RAG re-indexing on guideline updates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 Cost at scale: **~$375/month** LLM · ~$200–500/month infrastructure</a:t>
            </a:r>
          </a:p>
          <a:p>
            <a:pPr marL="285750" indent="-285750">
              <a:buFontTx/>
              <a:buChar char="-"/>
            </a:pPr>
            <a:endParaRPr lang="en-GB" sz="1600" dirty="0">
              <a:solidFill>
                <a:schemeClr val="accent1"/>
              </a:solidFill>
            </a:endParaRPr>
          </a:p>
          <a:p>
            <a:r>
              <a:rPr lang="en-GB" sz="1600" b="1" i="1" dirty="0">
                <a:solidFill>
                  <a:schemeClr val="accent1"/>
                </a:solidFill>
              </a:rPr>
              <a:t>## Horizon 3 — Intelligent System (6–12 months)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**Multi-agent:** Orchestrator + Data Agent + Risk Agent + KG Agent + Governance Agent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Feedback loop from aggregated UW decisions (GDPR Art. 22 compliant)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External signals: threat intelligence feeds · financial news → KG enrichment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EU AI Act Art. 43 conformity assessment (third-party audit · ~€15–30K · 4–8 weeks)</a:t>
            </a:r>
          </a:p>
          <a:p>
            <a:pPr marL="285750" indent="-285750">
              <a:buFontTx/>
              <a:buChar char="-"/>
            </a:pPr>
            <a:r>
              <a:rPr lang="en-GB" sz="1600" dirty="0">
                <a:solidFill>
                  <a:schemeClr val="accent1"/>
                </a:solidFill>
              </a:rPr>
              <a:t>Monthly drift detection · DPIA · RACI documented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0D240F-5ED1-7183-6AB1-F2BE0D885302}"/>
              </a:ext>
            </a:extLst>
          </p:cNvPr>
          <p:cNvSpPr txBox="1"/>
          <p:nvPr/>
        </p:nvSpPr>
        <p:spPr>
          <a:xfrm>
            <a:off x="335280" y="5996007"/>
            <a:ext cx="8310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>
                <a:solidFill>
                  <a:srgbClr val="00CBC1"/>
                </a:solidFill>
              </a:rPr>
              <a:t>"We built EU AI Act governance from day one. No surprises for legal."*</a:t>
            </a:r>
          </a:p>
        </p:txBody>
      </p:sp>
    </p:spTree>
    <p:extLst>
      <p:ext uri="{BB962C8B-B14F-4D97-AF65-F5344CB8AC3E}">
        <p14:creationId xmlns:p14="http://schemas.microsoft.com/office/powerpoint/2010/main" val="18519226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THINKCELLPRESENTATIONDONOTDELETE" val="&lt;?xml version=&quot;1.0&quot; encoding=&quot;UTF-16&quot; standalone=&quot;yes&quot;?&gt;&lt;root reqver=&quot;28224&quot;&gt;&lt;version val=&quot;35755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'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'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Zurich 2020">
      <a:dk1>
        <a:srgbClr val="23366F"/>
      </a:dk1>
      <a:lt1>
        <a:srgbClr val="FFFFFF"/>
      </a:lt1>
      <a:dk2>
        <a:srgbClr val="23366F"/>
      </a:dk2>
      <a:lt2>
        <a:srgbClr val="1FB1E6"/>
      </a:lt2>
      <a:accent1>
        <a:srgbClr val="2167AE"/>
      </a:accent1>
      <a:accent2>
        <a:srgbClr val="91BFE3"/>
      </a:accent2>
      <a:accent3>
        <a:srgbClr val="5495CF"/>
      </a:accent3>
      <a:accent4>
        <a:srgbClr val="DAD2BD"/>
      </a:accent4>
      <a:accent5>
        <a:srgbClr val="EEF0F1"/>
      </a:accent5>
      <a:accent6>
        <a:srgbClr val="DDE4E3"/>
      </a:accent6>
      <a:hlink>
        <a:srgbClr val="1FB1E6"/>
      </a:hlink>
      <a:folHlink>
        <a:srgbClr val="1FB1E6"/>
      </a:folHlink>
    </a:clrScheme>
    <a:fontScheme name="Zurich Sans 2020">
      <a:majorFont>
        <a:latin typeface="Zurich Sans Medium"/>
        <a:ea typeface=""/>
        <a:cs typeface=""/>
      </a:majorFont>
      <a:minorFont>
        <a:latin typeface="Zurich Sans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algn="ctr">
          <a:defRPr sz="100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108000" tIns="108000" rIns="108000" bIns="108000" rtlCol="0">
        <a:spAutoFit/>
      </a:bodyPr>
      <a:lstStyle>
        <a:defPPr algn="l">
          <a:defRPr sz="1400" dirty="0">
            <a:solidFill>
              <a:schemeClr val="accent1"/>
            </a:solidFill>
          </a:defRPr>
        </a:defPPr>
      </a:lstStyle>
    </a:txDef>
  </a:objectDefaults>
  <a:extraClrSchemeLst/>
  <a:custClrLst>
    <a:custClr name="Moss">
      <a:srgbClr val="3A8367"/>
    </a:custClr>
    <a:custClr name="Teal">
      <a:srgbClr val="00CBC1"/>
    </a:custClr>
    <a:custClr name="Mint">
      <a:srgbClr val="A6E9AB"/>
    </a:custClr>
    <a:custClr name="Lime">
      <a:srgbClr val="E1EE92"/>
    </a:custClr>
    <a:custClr name="Lemon">
      <a:srgbClr val="F9E547"/>
    </a:custClr>
    <a:custClr name="Peach">
      <a:srgbClr val="FD7C6D"/>
    </a:custClr>
    <a:custClr name="Rust">
      <a:srgbClr val="BA4538"/>
    </a:custClr>
    <a:custClr name="Candy">
      <a:srgbClr val="C44692"/>
    </a:custClr>
    <a:custClr name="Powder Pink">
      <a:srgbClr val="FFC5EA"/>
    </a:custClr>
    <a:custClr name="Lilac">
      <a:srgbClr val="6D6BCF"/>
    </a:custClr>
  </a:custClrLst>
  <a:extLst>
    <a:ext uri="{05A4C25C-085E-4340-85A3-A5531E510DB2}">
      <thm15:themeFamily xmlns:thm15="http://schemas.microsoft.com/office/thememl/2012/main" name="Content Framework templates_Colors_OCT25.pptx" id="{DC89FCDC-2A39-4CE8-B589-9EF8E0D69434}" vid="{75219612-45F5-463E-B944-2209FB10F1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rev xmlns="2d816db4-3e27-4d95-86c0-919c7ddf00f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378C5E405326A4EB53D0E6E2E3AB650" ma:contentTypeVersion="10" ma:contentTypeDescription="Crear nuevo documento." ma:contentTypeScope="" ma:versionID="5d93e12345f0cec821ff1f62bed849d7">
  <xsd:schema xmlns:xsd="http://www.w3.org/2001/XMLSchema" xmlns:xs="http://www.w3.org/2001/XMLSchema" xmlns:p="http://schemas.microsoft.com/office/2006/metadata/properties" xmlns:ns2="2d816db4-3e27-4d95-86c0-919c7ddf00f8" targetNamespace="http://schemas.microsoft.com/office/2006/metadata/properties" ma:root="true" ma:fieldsID="ff97f0c493443f7fef19f2f20a77eb02" ns2:_="">
    <xsd:import namespace="2d816db4-3e27-4d95-86c0-919c7ddf00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prev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816db4-3e27-4d95-86c0-919c7ddf0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prev" ma:index="17" nillable="true" ma:displayName="prev" ma:format="Thumbnail" ma:internalName="prev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A1B426-E216-40F1-9945-448557D0F49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9DCF82-2108-44C2-BAB1-CB284A9543B9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f036a9b6-a007-4fc3-a2e3-30b27d13ca36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5f7d772f-fcd0-43c4-b7ff-323eaca4ec7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E354D29-AC20-4FDC-8CA2-691830C652F3}"/>
</file>

<file path=docProps/app.xml><?xml version="1.0" encoding="utf-8"?>
<Properties xmlns="http://schemas.openxmlformats.org/officeDocument/2006/extended-properties" xmlns:vt="http://schemas.openxmlformats.org/officeDocument/2006/docPropsVTypes">
  <Template>Content Framework templates_Colors_OCT25</Template>
  <TotalTime>0</TotalTime>
  <Words>470</Words>
  <Application>Microsoft Office PowerPoint</Application>
  <PresentationFormat>Widescreen</PresentationFormat>
  <Paragraphs>52</Paragraphs>
  <Slides>3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Zurich Sans</vt:lpstr>
      <vt:lpstr>Zurich Sans Light</vt:lpstr>
      <vt:lpstr>Calibri</vt:lpstr>
      <vt:lpstr>1_Office Theme</vt:lpstr>
      <vt:lpstr>think-cell Slide</vt:lpstr>
      <vt:lpstr>Problem Approach &amp; Solution Design</vt:lpstr>
      <vt:lpstr>Results &amp; Key Insights</vt:lpstr>
      <vt:lpstr>Next Steps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Alicia Sanchez Lorente</dc:creator>
  <cp:lastModifiedBy>Alicia Sanchez Lorente</cp:lastModifiedBy>
  <cp:revision>2</cp:revision>
  <dcterms:created xsi:type="dcterms:W3CDTF">2026-06-24T10:36:03Z</dcterms:created>
  <dcterms:modified xsi:type="dcterms:W3CDTF">2026-06-24T14:13:10Z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108d454-5c13-4905-93be-12ec8059c842_Enabled">
    <vt:lpwstr>true</vt:lpwstr>
  </property>
  <property fmtid="{D5CDD505-2E9C-101B-9397-08002B2CF9AE}" pid="3" name="MSIP_Label_9108d454-5c13-4905-93be-12ec8059c842_SetDate">
    <vt:lpwstr>2022-03-01T13:18:26Z</vt:lpwstr>
  </property>
  <property fmtid="{D5CDD505-2E9C-101B-9397-08002B2CF9AE}" pid="4" name="MSIP_Label_9108d454-5c13-4905-93be-12ec8059c842_Method">
    <vt:lpwstr>Privileged</vt:lpwstr>
  </property>
  <property fmtid="{D5CDD505-2E9C-101B-9397-08002B2CF9AE}" pid="5" name="MSIP_Label_9108d454-5c13-4905-93be-12ec8059c842_Name">
    <vt:lpwstr>9108d454-5c13-4905-93be-12ec8059c842</vt:lpwstr>
  </property>
  <property fmtid="{D5CDD505-2E9C-101B-9397-08002B2CF9AE}" pid="6" name="MSIP_Label_9108d454-5c13-4905-93be-12ec8059c842_SiteId">
    <vt:lpwstr>473672ba-cd07-4371-a2ae-788b4c61840e</vt:lpwstr>
  </property>
  <property fmtid="{D5CDD505-2E9C-101B-9397-08002B2CF9AE}" pid="7" name="MSIP_Label_9108d454-5c13-4905-93be-12ec8059c842_ActionId">
    <vt:lpwstr>699f2cc2-dd0d-47ae-bda7-ca23f2bf1736</vt:lpwstr>
  </property>
  <property fmtid="{D5CDD505-2E9C-101B-9397-08002B2CF9AE}" pid="8" name="MSIP_Label_9108d454-5c13-4905-93be-12ec8059c842_ContentBits">
    <vt:lpwstr>2</vt:lpwstr>
  </property>
  <property fmtid="{D5CDD505-2E9C-101B-9397-08002B2CF9AE}" pid="9" name="ClassificationContentMarkingFooterLocations">
    <vt:lpwstr>1_Office Theme:5</vt:lpwstr>
  </property>
  <property fmtid="{D5CDD505-2E9C-101B-9397-08002B2CF9AE}" pid="10" name="ClassificationContentMarkingFooterText">
    <vt:lpwstr>INTERNAL USE ONLY</vt:lpwstr>
  </property>
  <property fmtid="{D5CDD505-2E9C-101B-9397-08002B2CF9AE}" pid="11" name="ContentTypeId">
    <vt:lpwstr>0x0101002378C5E405326A4EB53D0E6E2E3AB650</vt:lpwstr>
  </property>
  <property fmtid="{D5CDD505-2E9C-101B-9397-08002B2CF9AE}" pid="12" name="MediaServiceImageTags">
    <vt:lpwstr/>
  </property>
  <property fmtid="{D5CDD505-2E9C-101B-9397-08002B2CF9AE}" pid="13" name="Language">
    <vt:lpwstr>English</vt:lpwstr>
  </property>
  <property fmtid="{D5CDD505-2E9C-101B-9397-08002B2CF9AE}" pid="14" name="lcf76f155ced4ddcb4097134ff3c332f">
    <vt:lpwstr/>
  </property>
  <property fmtid="{D5CDD505-2E9C-101B-9397-08002B2CF9AE}" pid="15" name="TaxCatchAll">
    <vt:lpwstr/>
  </property>
  <property fmtid="{D5CDD505-2E9C-101B-9397-08002B2CF9AE}" pid="16" name="Status">
    <vt:lpwstr>Approved</vt:lpwstr>
  </property>
  <property fmtid="{D5CDD505-2E9C-101B-9397-08002B2CF9AE}" pid="17" name="docLang">
    <vt:lpwstr>en</vt:lpwstr>
  </property>
</Properties>
</file>